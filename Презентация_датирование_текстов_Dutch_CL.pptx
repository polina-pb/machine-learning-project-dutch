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8"/>
  </p:notesMasterIdLst>
  <p:sldIdLst>
    <p:sldId id="256" r:id="rId2"/>
    <p:sldId id="257" r:id="rId3"/>
    <p:sldId id="261" r:id="rId4"/>
    <p:sldId id="262" r:id="rId5"/>
    <p:sldId id="264" r:id="rId6"/>
    <p:sldId id="266" r:id="rId7"/>
    <p:sldId id="265" r:id="rId8"/>
    <p:sldId id="267" r:id="rId9"/>
    <p:sldId id="268" r:id="rId10"/>
    <p:sldId id="269" r:id="rId11"/>
    <p:sldId id="270" r:id="rId12"/>
    <p:sldId id="272" r:id="rId13"/>
    <p:sldId id="271" r:id="rId14"/>
    <p:sldId id="275" r:id="rId15"/>
    <p:sldId id="273" r:id="rId16"/>
    <p:sldId id="281" r:id="rId17"/>
    <p:sldId id="274" r:id="rId18"/>
    <p:sldId id="282" r:id="rId19"/>
    <p:sldId id="276" r:id="rId20"/>
    <p:sldId id="280" r:id="rId21"/>
    <p:sldId id="279" r:id="rId22"/>
    <p:sldId id="284" r:id="rId23"/>
    <p:sldId id="287" r:id="rId24"/>
    <p:sldId id="285" r:id="rId25"/>
    <p:sldId id="28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80774" autoAdjust="0"/>
  </p:normalViewPr>
  <p:slideViewPr>
    <p:cSldViewPr snapToGrid="0">
      <p:cViewPr varScale="1">
        <p:scale>
          <a:sx n="67" d="100"/>
          <a:sy n="67" d="100"/>
        </p:scale>
        <p:origin x="12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DDB56C-1B59-47A4-8F28-4A404DBBE2E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8AA3FA7D-9E80-49F3-97E2-6F447BC5C206}">
      <dgm:prSet phldrT="[Текст]" phldr="0"/>
      <dgm:spPr>
        <a:noFill/>
        <a:ln>
          <a:noFill/>
        </a:ln>
      </dgm:spPr>
      <dgm:t>
        <a:bodyPr/>
        <a:lstStyle/>
        <a:p>
          <a:r>
            <a:rPr lang="ru-RU" dirty="0"/>
            <a:t>8</a:t>
          </a:r>
          <a:r>
            <a:rPr lang="en-US" dirty="0"/>
            <a:t>3</a:t>
          </a:r>
          <a:r>
            <a:rPr lang="ru-RU" dirty="0"/>
            <a:t>3 текста</a:t>
          </a:r>
        </a:p>
      </dgm:t>
    </dgm:pt>
    <dgm:pt modelId="{359B3032-5CD2-4077-9613-1D83ACFC486C}" type="parTrans" cxnId="{8799A392-01CC-4C40-8D1B-1087D33131F2}">
      <dgm:prSet/>
      <dgm:spPr/>
      <dgm:t>
        <a:bodyPr/>
        <a:lstStyle/>
        <a:p>
          <a:endParaRPr lang="ru-RU"/>
        </a:p>
      </dgm:t>
    </dgm:pt>
    <dgm:pt modelId="{BA4A3450-2870-42C4-9E55-A9F2F1929556}" type="sibTrans" cxnId="{8799A392-01CC-4C40-8D1B-1087D33131F2}">
      <dgm:prSet/>
      <dgm:spPr/>
      <dgm:t>
        <a:bodyPr/>
        <a:lstStyle/>
        <a:p>
          <a:endParaRPr lang="ru-RU"/>
        </a:p>
      </dgm:t>
    </dgm:pt>
    <dgm:pt modelId="{00434742-2EFE-45AB-913F-D5C103584E9D}">
      <dgm:prSet phldrT="[Текст]" phldr="0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en-US" dirty="0"/>
            <a:t>XIII-XIX </a:t>
          </a:r>
          <a:r>
            <a:rPr lang="ru-RU" dirty="0"/>
            <a:t>вв.</a:t>
          </a:r>
        </a:p>
      </dgm:t>
    </dgm:pt>
    <dgm:pt modelId="{B685E1CA-3FD2-49C9-BC7F-E5555EA2076C}" type="parTrans" cxnId="{2E0C4648-75C5-4338-9D63-C02B648A3724}">
      <dgm:prSet/>
      <dgm:spPr/>
      <dgm:t>
        <a:bodyPr/>
        <a:lstStyle/>
        <a:p>
          <a:endParaRPr lang="ru-RU"/>
        </a:p>
      </dgm:t>
    </dgm:pt>
    <dgm:pt modelId="{E20D5373-A2B0-480A-9F06-99701F0BAB28}" type="sibTrans" cxnId="{2E0C4648-75C5-4338-9D63-C02B648A3724}">
      <dgm:prSet/>
      <dgm:spPr/>
      <dgm:t>
        <a:bodyPr/>
        <a:lstStyle/>
        <a:p>
          <a:endParaRPr lang="ru-RU"/>
        </a:p>
      </dgm:t>
    </dgm:pt>
    <dgm:pt modelId="{133BE2AD-7E2C-4C5F-877E-5B0A5C34DE37}">
      <dgm:prSet phldrT="[Текст]" phldr="0"/>
      <dgm:spPr>
        <a:noFill/>
        <a:ln>
          <a:noFill/>
        </a:ln>
      </dgm:spPr>
      <dgm:t>
        <a:bodyPr/>
        <a:lstStyle/>
        <a:p>
          <a:r>
            <a:rPr lang="ru-RU" dirty="0"/>
            <a:t>Проза, поэзия, пьесы, </a:t>
          </a:r>
          <a:r>
            <a:rPr lang="ru-RU"/>
            <a:t>научные труды</a:t>
          </a:r>
          <a:endParaRPr lang="ru-RU" dirty="0"/>
        </a:p>
      </dgm:t>
    </dgm:pt>
    <dgm:pt modelId="{6CF77142-0C7C-47BF-B92F-6790A613FF55}" type="parTrans" cxnId="{250DE72F-126E-4E16-86ED-BC670E876C11}">
      <dgm:prSet/>
      <dgm:spPr/>
      <dgm:t>
        <a:bodyPr/>
        <a:lstStyle/>
        <a:p>
          <a:endParaRPr lang="ru-RU"/>
        </a:p>
      </dgm:t>
    </dgm:pt>
    <dgm:pt modelId="{A12B70B0-04B7-440C-87F2-EB959C4C6CB9}" type="sibTrans" cxnId="{250DE72F-126E-4E16-86ED-BC670E876C11}">
      <dgm:prSet/>
      <dgm:spPr/>
      <dgm:t>
        <a:bodyPr/>
        <a:lstStyle/>
        <a:p>
          <a:endParaRPr lang="ru-RU"/>
        </a:p>
      </dgm:t>
    </dgm:pt>
    <dgm:pt modelId="{57CE35AD-F4F4-4062-8736-CD23A83A743B}" type="pres">
      <dgm:prSet presAssocID="{95DDB56C-1B59-47A4-8F28-4A404DBBE2E2}" presName="Name0" presStyleCnt="0">
        <dgm:presLayoutVars>
          <dgm:chMax val="7"/>
          <dgm:chPref val="7"/>
          <dgm:dir/>
        </dgm:presLayoutVars>
      </dgm:prSet>
      <dgm:spPr/>
    </dgm:pt>
    <dgm:pt modelId="{914FB732-3A74-4D76-93C9-9B20F7B6FB69}" type="pres">
      <dgm:prSet presAssocID="{95DDB56C-1B59-47A4-8F28-4A404DBBE2E2}" presName="Name1" presStyleCnt="0"/>
      <dgm:spPr/>
    </dgm:pt>
    <dgm:pt modelId="{DB56413D-9DAC-4146-8FA7-03878EDD7DF2}" type="pres">
      <dgm:prSet presAssocID="{95DDB56C-1B59-47A4-8F28-4A404DBBE2E2}" presName="cycle" presStyleCnt="0"/>
      <dgm:spPr/>
    </dgm:pt>
    <dgm:pt modelId="{5B3EC911-DCE5-4690-B616-F0F22AE4FF74}" type="pres">
      <dgm:prSet presAssocID="{95DDB56C-1B59-47A4-8F28-4A404DBBE2E2}" presName="srcNode" presStyleLbl="node1" presStyleIdx="0" presStyleCnt="3"/>
      <dgm:spPr/>
    </dgm:pt>
    <dgm:pt modelId="{0CD25347-CA7D-4167-977D-63304833B9F2}" type="pres">
      <dgm:prSet presAssocID="{95DDB56C-1B59-47A4-8F28-4A404DBBE2E2}" presName="conn" presStyleLbl="parChTrans1D2" presStyleIdx="0" presStyleCnt="1"/>
      <dgm:spPr/>
    </dgm:pt>
    <dgm:pt modelId="{BB074236-8F15-4081-9D56-A964B6CB810A}" type="pres">
      <dgm:prSet presAssocID="{95DDB56C-1B59-47A4-8F28-4A404DBBE2E2}" presName="extraNode" presStyleLbl="node1" presStyleIdx="0" presStyleCnt="3"/>
      <dgm:spPr/>
    </dgm:pt>
    <dgm:pt modelId="{ED0CFB09-C682-413B-A359-CBC8408A9AD4}" type="pres">
      <dgm:prSet presAssocID="{95DDB56C-1B59-47A4-8F28-4A404DBBE2E2}" presName="dstNode" presStyleLbl="node1" presStyleIdx="0" presStyleCnt="3"/>
      <dgm:spPr/>
    </dgm:pt>
    <dgm:pt modelId="{2C2C65D6-520C-499E-9467-DB875E04FA2A}" type="pres">
      <dgm:prSet presAssocID="{8AA3FA7D-9E80-49F3-97E2-6F447BC5C206}" presName="text_1" presStyleLbl="node1" presStyleIdx="0" presStyleCnt="3">
        <dgm:presLayoutVars>
          <dgm:bulletEnabled val="1"/>
        </dgm:presLayoutVars>
      </dgm:prSet>
      <dgm:spPr/>
    </dgm:pt>
    <dgm:pt modelId="{56282216-A49B-4AB8-9908-A84822DEF0DC}" type="pres">
      <dgm:prSet presAssocID="{8AA3FA7D-9E80-49F3-97E2-6F447BC5C206}" presName="accent_1" presStyleCnt="0"/>
      <dgm:spPr/>
    </dgm:pt>
    <dgm:pt modelId="{51D75BAC-CA6F-43C7-9BB2-72426F31A016}" type="pres">
      <dgm:prSet presAssocID="{8AA3FA7D-9E80-49F3-97E2-6F447BC5C206}" presName="accentRepeatNode" presStyleLbl="solidFgAcc1" presStyleIdx="0" presStyleCnt="3" custScaleX="34778" custScaleY="34778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6AEABFF8-D7BC-4A6E-9332-DB89CA503C44}" type="pres">
      <dgm:prSet presAssocID="{00434742-2EFE-45AB-913F-D5C103584E9D}" presName="text_2" presStyleLbl="node1" presStyleIdx="1" presStyleCnt="3">
        <dgm:presLayoutVars>
          <dgm:bulletEnabled val="1"/>
        </dgm:presLayoutVars>
      </dgm:prSet>
      <dgm:spPr/>
    </dgm:pt>
    <dgm:pt modelId="{A5B70A37-7E32-4CF7-84BD-3198A2803F92}" type="pres">
      <dgm:prSet presAssocID="{00434742-2EFE-45AB-913F-D5C103584E9D}" presName="accent_2" presStyleCnt="0"/>
      <dgm:spPr/>
    </dgm:pt>
    <dgm:pt modelId="{9442D895-35E3-414F-8D73-85E2F5342B2E}" type="pres">
      <dgm:prSet presAssocID="{00434742-2EFE-45AB-913F-D5C103584E9D}" presName="accentRepeatNode" presStyleLbl="solidFgAcc1" presStyleIdx="1" presStyleCnt="3" custScaleX="38935" custScaleY="38935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  <dgm:pt modelId="{1CDB9E79-1819-4B41-96BD-364C4FA5598B}" type="pres">
      <dgm:prSet presAssocID="{133BE2AD-7E2C-4C5F-877E-5B0A5C34DE37}" presName="text_3" presStyleLbl="node1" presStyleIdx="2" presStyleCnt="3">
        <dgm:presLayoutVars>
          <dgm:bulletEnabled val="1"/>
        </dgm:presLayoutVars>
      </dgm:prSet>
      <dgm:spPr/>
    </dgm:pt>
    <dgm:pt modelId="{77359DA1-25D6-4A61-8BBA-6199EAC70DC4}" type="pres">
      <dgm:prSet presAssocID="{133BE2AD-7E2C-4C5F-877E-5B0A5C34DE37}" presName="accent_3" presStyleCnt="0"/>
      <dgm:spPr/>
    </dgm:pt>
    <dgm:pt modelId="{4A5E81C0-A16F-4EB6-869D-7CBA0D750510}" type="pres">
      <dgm:prSet presAssocID="{133BE2AD-7E2C-4C5F-877E-5B0A5C34DE37}" presName="accentRepeatNode" presStyleLbl="solidFgAcc1" presStyleIdx="2" presStyleCnt="3" custScaleX="40926" custScaleY="37372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</dgm:pt>
  </dgm:ptLst>
  <dgm:cxnLst>
    <dgm:cxn modelId="{250DE72F-126E-4E16-86ED-BC670E876C11}" srcId="{95DDB56C-1B59-47A4-8F28-4A404DBBE2E2}" destId="{133BE2AD-7E2C-4C5F-877E-5B0A5C34DE37}" srcOrd="2" destOrd="0" parTransId="{6CF77142-0C7C-47BF-B92F-6790A613FF55}" sibTransId="{A12B70B0-04B7-440C-87F2-EB959C4C6CB9}"/>
    <dgm:cxn modelId="{2E0C4648-75C5-4338-9D63-C02B648A3724}" srcId="{95DDB56C-1B59-47A4-8F28-4A404DBBE2E2}" destId="{00434742-2EFE-45AB-913F-D5C103584E9D}" srcOrd="1" destOrd="0" parTransId="{B685E1CA-3FD2-49C9-BC7F-E5555EA2076C}" sibTransId="{E20D5373-A2B0-480A-9F06-99701F0BAB28}"/>
    <dgm:cxn modelId="{8799A392-01CC-4C40-8D1B-1087D33131F2}" srcId="{95DDB56C-1B59-47A4-8F28-4A404DBBE2E2}" destId="{8AA3FA7D-9E80-49F3-97E2-6F447BC5C206}" srcOrd="0" destOrd="0" parTransId="{359B3032-5CD2-4077-9613-1D83ACFC486C}" sibTransId="{BA4A3450-2870-42C4-9E55-A9F2F1929556}"/>
    <dgm:cxn modelId="{D33D7C96-5EB0-4280-907D-9390EB80381E}" type="presOf" srcId="{BA4A3450-2870-42C4-9E55-A9F2F1929556}" destId="{0CD25347-CA7D-4167-977D-63304833B9F2}" srcOrd="0" destOrd="0" presId="urn:microsoft.com/office/officeart/2008/layout/VerticalCurvedList"/>
    <dgm:cxn modelId="{9E66FF9E-DC66-4DF3-BF2F-F0A43C5AD31C}" type="presOf" srcId="{95DDB56C-1B59-47A4-8F28-4A404DBBE2E2}" destId="{57CE35AD-F4F4-4062-8736-CD23A83A743B}" srcOrd="0" destOrd="0" presId="urn:microsoft.com/office/officeart/2008/layout/VerticalCurvedList"/>
    <dgm:cxn modelId="{FFBE0CA0-DE39-4283-82FD-429FEA97D712}" type="presOf" srcId="{8AA3FA7D-9E80-49F3-97E2-6F447BC5C206}" destId="{2C2C65D6-520C-499E-9467-DB875E04FA2A}" srcOrd="0" destOrd="0" presId="urn:microsoft.com/office/officeart/2008/layout/VerticalCurvedList"/>
    <dgm:cxn modelId="{1FAF1CB8-2C4D-4095-9BD0-1FCFC212FE11}" type="presOf" srcId="{133BE2AD-7E2C-4C5F-877E-5B0A5C34DE37}" destId="{1CDB9E79-1819-4B41-96BD-364C4FA5598B}" srcOrd="0" destOrd="0" presId="urn:microsoft.com/office/officeart/2008/layout/VerticalCurvedList"/>
    <dgm:cxn modelId="{9D0A5FC2-FCB2-4E10-9A53-E2FD503D6ECB}" type="presOf" srcId="{00434742-2EFE-45AB-913F-D5C103584E9D}" destId="{6AEABFF8-D7BC-4A6E-9332-DB89CA503C44}" srcOrd="0" destOrd="0" presId="urn:microsoft.com/office/officeart/2008/layout/VerticalCurvedList"/>
    <dgm:cxn modelId="{014BC647-8E06-4F00-9FF0-AB5C88523AAB}" type="presParOf" srcId="{57CE35AD-F4F4-4062-8736-CD23A83A743B}" destId="{914FB732-3A74-4D76-93C9-9B20F7B6FB69}" srcOrd="0" destOrd="0" presId="urn:microsoft.com/office/officeart/2008/layout/VerticalCurvedList"/>
    <dgm:cxn modelId="{4F10396F-D700-43AB-B383-445E40FD7320}" type="presParOf" srcId="{914FB732-3A74-4D76-93C9-9B20F7B6FB69}" destId="{DB56413D-9DAC-4146-8FA7-03878EDD7DF2}" srcOrd="0" destOrd="0" presId="urn:microsoft.com/office/officeart/2008/layout/VerticalCurvedList"/>
    <dgm:cxn modelId="{73D93303-8C5B-4CDD-A808-2D601416DFD2}" type="presParOf" srcId="{DB56413D-9DAC-4146-8FA7-03878EDD7DF2}" destId="{5B3EC911-DCE5-4690-B616-F0F22AE4FF74}" srcOrd="0" destOrd="0" presId="urn:microsoft.com/office/officeart/2008/layout/VerticalCurvedList"/>
    <dgm:cxn modelId="{775D43B1-A1C7-4E25-8418-AC3E766E3291}" type="presParOf" srcId="{DB56413D-9DAC-4146-8FA7-03878EDD7DF2}" destId="{0CD25347-CA7D-4167-977D-63304833B9F2}" srcOrd="1" destOrd="0" presId="urn:microsoft.com/office/officeart/2008/layout/VerticalCurvedList"/>
    <dgm:cxn modelId="{C407F20D-BB66-484F-B6C7-ECA1B12CEE59}" type="presParOf" srcId="{DB56413D-9DAC-4146-8FA7-03878EDD7DF2}" destId="{BB074236-8F15-4081-9D56-A964B6CB810A}" srcOrd="2" destOrd="0" presId="urn:microsoft.com/office/officeart/2008/layout/VerticalCurvedList"/>
    <dgm:cxn modelId="{8E05ECA8-8B04-443D-8583-7E5115418470}" type="presParOf" srcId="{DB56413D-9DAC-4146-8FA7-03878EDD7DF2}" destId="{ED0CFB09-C682-413B-A359-CBC8408A9AD4}" srcOrd="3" destOrd="0" presId="urn:microsoft.com/office/officeart/2008/layout/VerticalCurvedList"/>
    <dgm:cxn modelId="{896FADBC-FB53-4EBD-B9B9-2328738EC7F4}" type="presParOf" srcId="{914FB732-3A74-4D76-93C9-9B20F7B6FB69}" destId="{2C2C65D6-520C-499E-9467-DB875E04FA2A}" srcOrd="1" destOrd="0" presId="urn:microsoft.com/office/officeart/2008/layout/VerticalCurvedList"/>
    <dgm:cxn modelId="{AA560CA0-BBD7-45E9-B484-53F7A45A3F05}" type="presParOf" srcId="{914FB732-3A74-4D76-93C9-9B20F7B6FB69}" destId="{56282216-A49B-4AB8-9908-A84822DEF0DC}" srcOrd="2" destOrd="0" presId="urn:microsoft.com/office/officeart/2008/layout/VerticalCurvedList"/>
    <dgm:cxn modelId="{B5D0962C-A0C1-4016-87DA-C03405602618}" type="presParOf" srcId="{56282216-A49B-4AB8-9908-A84822DEF0DC}" destId="{51D75BAC-CA6F-43C7-9BB2-72426F31A016}" srcOrd="0" destOrd="0" presId="urn:microsoft.com/office/officeart/2008/layout/VerticalCurvedList"/>
    <dgm:cxn modelId="{312398DF-FC07-48B2-AA16-1BE96DD3ECB4}" type="presParOf" srcId="{914FB732-3A74-4D76-93C9-9B20F7B6FB69}" destId="{6AEABFF8-D7BC-4A6E-9332-DB89CA503C44}" srcOrd="3" destOrd="0" presId="urn:microsoft.com/office/officeart/2008/layout/VerticalCurvedList"/>
    <dgm:cxn modelId="{5BDF5B26-D3E7-4DC9-B07A-053429BD459A}" type="presParOf" srcId="{914FB732-3A74-4D76-93C9-9B20F7B6FB69}" destId="{A5B70A37-7E32-4CF7-84BD-3198A2803F92}" srcOrd="4" destOrd="0" presId="urn:microsoft.com/office/officeart/2008/layout/VerticalCurvedList"/>
    <dgm:cxn modelId="{21739D98-D31E-4127-97C5-A8AB4320065A}" type="presParOf" srcId="{A5B70A37-7E32-4CF7-84BD-3198A2803F92}" destId="{9442D895-35E3-414F-8D73-85E2F5342B2E}" srcOrd="0" destOrd="0" presId="urn:microsoft.com/office/officeart/2008/layout/VerticalCurvedList"/>
    <dgm:cxn modelId="{A64F888C-A3E6-420B-8B00-17C17F8D8C24}" type="presParOf" srcId="{914FB732-3A74-4D76-93C9-9B20F7B6FB69}" destId="{1CDB9E79-1819-4B41-96BD-364C4FA5598B}" srcOrd="5" destOrd="0" presId="urn:microsoft.com/office/officeart/2008/layout/VerticalCurvedList"/>
    <dgm:cxn modelId="{CA490CF6-9F26-4362-8CCE-1CD25A459F51}" type="presParOf" srcId="{914FB732-3A74-4D76-93C9-9B20F7B6FB69}" destId="{77359DA1-25D6-4A61-8BBA-6199EAC70DC4}" srcOrd="6" destOrd="0" presId="urn:microsoft.com/office/officeart/2008/layout/VerticalCurvedList"/>
    <dgm:cxn modelId="{C5805C51-1F4B-455E-9880-72131AD2C150}" type="presParOf" srcId="{77359DA1-25D6-4A61-8BBA-6199EAC70DC4}" destId="{4A5E81C0-A16F-4EB6-869D-7CBA0D75051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597CC4-B62E-4903-A7EC-1B6B9E87D82A}" type="doc">
      <dgm:prSet loTypeId="urn:microsoft.com/office/officeart/2008/layout/AlternatingPictureCircl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69E2582-DD1B-443F-9D43-AEF79DB420DC}">
      <dgm:prSet phldrT="[Текст]" phldr="0"/>
      <dgm:spPr/>
      <dgm:t>
        <a:bodyPr/>
        <a:lstStyle/>
        <a:p>
          <a:r>
            <a:rPr lang="ru-RU" dirty="0" err="1"/>
            <a:t>Трейн</a:t>
          </a:r>
          <a:r>
            <a:rPr lang="ru-RU" dirty="0"/>
            <a:t>/</a:t>
          </a:r>
        </a:p>
        <a:p>
          <a:r>
            <a:rPr lang="ru-RU" dirty="0"/>
            <a:t>тест</a:t>
          </a:r>
        </a:p>
      </dgm:t>
    </dgm:pt>
    <dgm:pt modelId="{8B1C47C8-7E49-4435-8B0E-7229DC735529}" type="parTrans" cxnId="{1E0D7F79-DDD5-4DB7-B660-4E193DCB7A61}">
      <dgm:prSet/>
      <dgm:spPr/>
      <dgm:t>
        <a:bodyPr/>
        <a:lstStyle/>
        <a:p>
          <a:endParaRPr lang="ru-RU"/>
        </a:p>
      </dgm:t>
    </dgm:pt>
    <dgm:pt modelId="{8D3432CD-F25A-40E9-9B9F-7EA1A390D06C}" type="sibTrans" cxnId="{1E0D7F79-DDD5-4DB7-B660-4E193DCB7A61}">
      <dgm:prSet/>
      <dgm:spPr/>
      <dgm:t>
        <a:bodyPr/>
        <a:lstStyle/>
        <a:p>
          <a:endParaRPr lang="ru-RU"/>
        </a:p>
      </dgm:t>
    </dgm:pt>
    <dgm:pt modelId="{5A8CEF49-5D29-4475-8D16-A1DA9A5BD077}">
      <dgm:prSet phldrT="[Текст]" phldr="0"/>
      <dgm:spPr/>
      <dgm:t>
        <a:bodyPr/>
        <a:lstStyle/>
        <a:p>
          <a:r>
            <a:rPr lang="ru-RU" dirty="0" err="1"/>
            <a:t>Скейлер</a:t>
          </a:r>
          <a:endParaRPr lang="ru-RU" dirty="0"/>
        </a:p>
      </dgm:t>
    </dgm:pt>
    <dgm:pt modelId="{7830422F-D6F5-45E6-B7A6-818E9F56617C}" type="parTrans" cxnId="{B4BD488D-150E-4E7A-8723-375E802D68D8}">
      <dgm:prSet/>
      <dgm:spPr/>
      <dgm:t>
        <a:bodyPr/>
        <a:lstStyle/>
        <a:p>
          <a:endParaRPr lang="ru-RU"/>
        </a:p>
      </dgm:t>
    </dgm:pt>
    <dgm:pt modelId="{7AAA8F29-A236-455B-B41C-70368465F932}" type="sibTrans" cxnId="{B4BD488D-150E-4E7A-8723-375E802D68D8}">
      <dgm:prSet/>
      <dgm:spPr/>
      <dgm:t>
        <a:bodyPr/>
        <a:lstStyle/>
        <a:p>
          <a:endParaRPr lang="ru-RU"/>
        </a:p>
      </dgm:t>
    </dgm:pt>
    <dgm:pt modelId="{9AB95F92-C5B8-4DBB-A559-AC72EDAAC9AF}">
      <dgm:prSet phldrT="[Текст]" phldr="0"/>
      <dgm:spPr/>
      <dgm:t>
        <a:bodyPr/>
        <a:lstStyle/>
        <a:p>
          <a:r>
            <a:rPr lang="ru-RU" dirty="0"/>
            <a:t>Энкодер</a:t>
          </a:r>
        </a:p>
      </dgm:t>
    </dgm:pt>
    <dgm:pt modelId="{85BF31E0-F2B1-4226-83D7-A97B8DD09DF0}" type="parTrans" cxnId="{F8EEAF4E-15CC-4659-B3A7-2780CB96294C}">
      <dgm:prSet/>
      <dgm:spPr/>
      <dgm:t>
        <a:bodyPr/>
        <a:lstStyle/>
        <a:p>
          <a:endParaRPr lang="ru-RU"/>
        </a:p>
      </dgm:t>
    </dgm:pt>
    <dgm:pt modelId="{18601301-C0D4-435E-B558-A5140B7415EA}" type="sibTrans" cxnId="{F8EEAF4E-15CC-4659-B3A7-2780CB96294C}">
      <dgm:prSet/>
      <dgm:spPr/>
      <dgm:t>
        <a:bodyPr/>
        <a:lstStyle/>
        <a:p>
          <a:endParaRPr lang="ru-RU"/>
        </a:p>
      </dgm:t>
    </dgm:pt>
    <dgm:pt modelId="{2679076B-FB9B-4A53-8EE0-2104FD1ECE4F}" type="pres">
      <dgm:prSet presAssocID="{46597CC4-B62E-4903-A7EC-1B6B9E87D82A}" presName="Name0" presStyleCnt="0">
        <dgm:presLayoutVars>
          <dgm:chMax/>
          <dgm:chPref/>
          <dgm:dir/>
        </dgm:presLayoutVars>
      </dgm:prSet>
      <dgm:spPr/>
    </dgm:pt>
    <dgm:pt modelId="{C42282F4-9501-4B69-B515-6791411AA933}" type="pres">
      <dgm:prSet presAssocID="{769E2582-DD1B-443F-9D43-AEF79DB420DC}" presName="composite" presStyleCnt="0"/>
      <dgm:spPr/>
    </dgm:pt>
    <dgm:pt modelId="{57B2C22F-58FC-4D4E-B68A-9D501DBB0109}" type="pres">
      <dgm:prSet presAssocID="{769E2582-DD1B-443F-9D43-AEF79DB420DC}" presName="Accent" presStyleLbl="alignNode1" presStyleIdx="0" presStyleCnt="5">
        <dgm:presLayoutVars>
          <dgm:chMax val="0"/>
          <dgm:chPref val="0"/>
        </dgm:presLayoutVars>
      </dgm:prSet>
      <dgm:spPr/>
    </dgm:pt>
    <dgm:pt modelId="{B61AF8E2-4636-477F-82A5-D02775CCBCBF}" type="pres">
      <dgm:prSet presAssocID="{769E2582-DD1B-443F-9D43-AEF79DB420DC}" presName="Image" presStyleLbl="bgImgPlace1" presStyleIdx="0" presStyleCnt="3">
        <dgm:presLayoutVars>
          <dgm:chMax val="0"/>
          <dgm:chPref val="0"/>
          <dgm:bulletEnabled val="1"/>
        </dgm:presLayoutVars>
      </dgm:prSet>
      <dgm:spPr>
        <a:solidFill>
          <a:schemeClr val="bg1"/>
        </a:solidFill>
      </dgm:spPr>
    </dgm:pt>
    <dgm:pt modelId="{3528EE58-120F-4E96-9E86-529DE900EE81}" type="pres">
      <dgm:prSet presAssocID="{769E2582-DD1B-443F-9D43-AEF79DB420DC}" presName="Parent" presStyleLbl="fgAccFollowNode1" presStyleIdx="0" presStyleCnt="3">
        <dgm:presLayoutVars>
          <dgm:chMax val="0"/>
          <dgm:chPref val="0"/>
          <dgm:bulletEnabled val="1"/>
        </dgm:presLayoutVars>
      </dgm:prSet>
      <dgm:spPr/>
    </dgm:pt>
    <dgm:pt modelId="{8E6C84F8-7AD3-40AE-BA7C-59830EDB7827}" type="pres">
      <dgm:prSet presAssocID="{769E2582-DD1B-443F-9D43-AEF79DB420DC}" presName="Space" presStyleCnt="0">
        <dgm:presLayoutVars>
          <dgm:chMax val="0"/>
          <dgm:chPref val="0"/>
        </dgm:presLayoutVars>
      </dgm:prSet>
      <dgm:spPr/>
    </dgm:pt>
    <dgm:pt modelId="{0FA21CCB-4031-4202-BF28-4D7FAAFDAA94}" type="pres">
      <dgm:prSet presAssocID="{8D3432CD-F25A-40E9-9B9F-7EA1A390D06C}" presName="ConnectorComposite" presStyleCnt="0"/>
      <dgm:spPr/>
    </dgm:pt>
    <dgm:pt modelId="{A578C1D1-E3D0-4264-91DD-847932F60389}" type="pres">
      <dgm:prSet presAssocID="{8D3432CD-F25A-40E9-9B9F-7EA1A390D06C}" presName="TopSpacing" presStyleCnt="0"/>
      <dgm:spPr/>
    </dgm:pt>
    <dgm:pt modelId="{5CADEF79-4870-4901-9FA1-B8FFED47FA03}" type="pres">
      <dgm:prSet presAssocID="{8D3432CD-F25A-40E9-9B9F-7EA1A390D06C}" presName="Connector" presStyleLbl="alignNode1" presStyleIdx="1" presStyleCnt="5"/>
      <dgm:spPr/>
    </dgm:pt>
    <dgm:pt modelId="{E6A4BDFB-B5C4-4DF5-9A08-FF92FE363C3D}" type="pres">
      <dgm:prSet presAssocID="{8D3432CD-F25A-40E9-9B9F-7EA1A390D06C}" presName="BottomSpacing" presStyleCnt="0"/>
      <dgm:spPr/>
    </dgm:pt>
    <dgm:pt modelId="{C47C4040-5F31-40B0-938A-4C911C4BDBEF}" type="pres">
      <dgm:prSet presAssocID="{5A8CEF49-5D29-4475-8D16-A1DA9A5BD077}" presName="composite" presStyleCnt="0"/>
      <dgm:spPr/>
    </dgm:pt>
    <dgm:pt modelId="{F49E8969-0BF5-497E-8EC6-6727EE404AE3}" type="pres">
      <dgm:prSet presAssocID="{5A8CEF49-5D29-4475-8D16-A1DA9A5BD077}" presName="Accent" presStyleLbl="alignNode1" presStyleIdx="2" presStyleCnt="5">
        <dgm:presLayoutVars>
          <dgm:chMax val="0"/>
          <dgm:chPref val="0"/>
        </dgm:presLayoutVars>
      </dgm:prSet>
      <dgm:spPr/>
    </dgm:pt>
    <dgm:pt modelId="{BE1B1F61-E257-4364-80E5-443A252F7EB7}" type="pres">
      <dgm:prSet presAssocID="{5A8CEF49-5D29-4475-8D16-A1DA9A5BD077}" presName="Image" presStyleLbl="bgImgPlace1" presStyleIdx="1" presStyleCnt="3" custLinFactX="-39735" custLinFactNeighborX="-100000" custLinFactNeighborY="3751">
        <dgm:presLayoutVars>
          <dgm:chMax val="0"/>
          <dgm:chPref val="0"/>
          <dgm:bulletEnabled val="1"/>
        </dgm:presLayoutVars>
      </dgm:prSet>
      <dgm:spPr>
        <a:solidFill>
          <a:schemeClr val="bg1"/>
        </a:solidFill>
      </dgm:spPr>
    </dgm:pt>
    <dgm:pt modelId="{8518C02A-1635-4322-A318-C9BB98AB55F4}" type="pres">
      <dgm:prSet presAssocID="{5A8CEF49-5D29-4475-8D16-A1DA9A5BD077}" presName="Parent" presStyleLbl="fgAccFollowNode1" presStyleIdx="1" presStyleCnt="3">
        <dgm:presLayoutVars>
          <dgm:chMax val="0"/>
          <dgm:chPref val="0"/>
          <dgm:bulletEnabled val="1"/>
        </dgm:presLayoutVars>
      </dgm:prSet>
      <dgm:spPr/>
    </dgm:pt>
    <dgm:pt modelId="{04EB9A08-C52A-4C18-B5DA-BA50CD058639}" type="pres">
      <dgm:prSet presAssocID="{5A8CEF49-5D29-4475-8D16-A1DA9A5BD077}" presName="Space" presStyleCnt="0">
        <dgm:presLayoutVars>
          <dgm:chMax val="0"/>
          <dgm:chPref val="0"/>
        </dgm:presLayoutVars>
      </dgm:prSet>
      <dgm:spPr/>
    </dgm:pt>
    <dgm:pt modelId="{367210DD-2078-4544-A27D-B264A8575719}" type="pres">
      <dgm:prSet presAssocID="{7AAA8F29-A236-455B-B41C-70368465F932}" presName="ConnectorComposite" presStyleCnt="0"/>
      <dgm:spPr/>
    </dgm:pt>
    <dgm:pt modelId="{1F177C5A-58F1-4CCD-A581-2E6151E9205C}" type="pres">
      <dgm:prSet presAssocID="{7AAA8F29-A236-455B-B41C-70368465F932}" presName="TopSpacing" presStyleCnt="0"/>
      <dgm:spPr/>
    </dgm:pt>
    <dgm:pt modelId="{0817EB8A-7043-4962-AD4D-15081D1ADDFB}" type="pres">
      <dgm:prSet presAssocID="{7AAA8F29-A236-455B-B41C-70368465F932}" presName="Connector" presStyleLbl="alignNode1" presStyleIdx="3" presStyleCnt="5"/>
      <dgm:spPr/>
    </dgm:pt>
    <dgm:pt modelId="{1F668C68-3E95-4AF7-B7E3-B1FEC9A9D2D7}" type="pres">
      <dgm:prSet presAssocID="{7AAA8F29-A236-455B-B41C-70368465F932}" presName="BottomSpacing" presStyleCnt="0"/>
      <dgm:spPr/>
    </dgm:pt>
    <dgm:pt modelId="{DE6D8DD6-ECC6-4B97-AB16-7C817F054942}" type="pres">
      <dgm:prSet presAssocID="{9AB95F92-C5B8-4DBB-A559-AC72EDAAC9AF}" presName="composite" presStyleCnt="0"/>
      <dgm:spPr/>
    </dgm:pt>
    <dgm:pt modelId="{D6C2AD78-87F1-475B-B720-E3154FB1E497}" type="pres">
      <dgm:prSet presAssocID="{9AB95F92-C5B8-4DBB-A559-AC72EDAAC9AF}" presName="Accent" presStyleLbl="alignNode1" presStyleIdx="4" presStyleCnt="5">
        <dgm:presLayoutVars>
          <dgm:chMax val="0"/>
          <dgm:chPref val="0"/>
        </dgm:presLayoutVars>
      </dgm:prSet>
      <dgm:spPr/>
    </dgm:pt>
    <dgm:pt modelId="{8FC2B15A-C326-45B1-A2A4-BA8AED2B6CBF}" type="pres">
      <dgm:prSet presAssocID="{9AB95F92-C5B8-4DBB-A559-AC72EDAAC9AF}" presName="Image" presStyleLbl="bgImgPlace1" presStyleIdx="2" presStyleCnt="3">
        <dgm:presLayoutVars>
          <dgm:chMax val="0"/>
          <dgm:chPref val="0"/>
          <dgm:bulletEnabled val="1"/>
        </dgm:presLayoutVars>
      </dgm:prSet>
      <dgm:spPr>
        <a:solidFill>
          <a:schemeClr val="bg1"/>
        </a:solidFill>
      </dgm:spPr>
    </dgm:pt>
    <dgm:pt modelId="{C2740862-E3F0-4509-8FC5-5CEA4BFB1CA8}" type="pres">
      <dgm:prSet presAssocID="{9AB95F92-C5B8-4DBB-A559-AC72EDAAC9AF}" presName="Parent" presStyleLbl="fgAccFollowNode1" presStyleIdx="2" presStyleCnt="3">
        <dgm:presLayoutVars>
          <dgm:chMax val="0"/>
          <dgm:chPref val="0"/>
          <dgm:bulletEnabled val="1"/>
        </dgm:presLayoutVars>
      </dgm:prSet>
      <dgm:spPr/>
    </dgm:pt>
    <dgm:pt modelId="{76AC82E8-8DFD-4339-BCD1-1A78A0972928}" type="pres">
      <dgm:prSet presAssocID="{9AB95F92-C5B8-4DBB-A559-AC72EDAAC9AF}" presName="Space" presStyleCnt="0">
        <dgm:presLayoutVars>
          <dgm:chMax val="0"/>
          <dgm:chPref val="0"/>
        </dgm:presLayoutVars>
      </dgm:prSet>
      <dgm:spPr/>
    </dgm:pt>
  </dgm:ptLst>
  <dgm:cxnLst>
    <dgm:cxn modelId="{06EACB1A-B084-4F20-A58E-A1A4C5822522}" type="presOf" srcId="{769E2582-DD1B-443F-9D43-AEF79DB420DC}" destId="{3528EE58-120F-4E96-9E86-529DE900EE81}" srcOrd="0" destOrd="0" presId="urn:microsoft.com/office/officeart/2008/layout/AlternatingPictureCircles"/>
    <dgm:cxn modelId="{F8EEAF4E-15CC-4659-B3A7-2780CB96294C}" srcId="{46597CC4-B62E-4903-A7EC-1B6B9E87D82A}" destId="{9AB95F92-C5B8-4DBB-A559-AC72EDAAC9AF}" srcOrd="2" destOrd="0" parTransId="{85BF31E0-F2B1-4226-83D7-A97B8DD09DF0}" sibTransId="{18601301-C0D4-435E-B558-A5140B7415EA}"/>
    <dgm:cxn modelId="{1E0D7F79-DDD5-4DB7-B660-4E193DCB7A61}" srcId="{46597CC4-B62E-4903-A7EC-1B6B9E87D82A}" destId="{769E2582-DD1B-443F-9D43-AEF79DB420DC}" srcOrd="0" destOrd="0" parTransId="{8B1C47C8-7E49-4435-8B0E-7229DC735529}" sibTransId="{8D3432CD-F25A-40E9-9B9F-7EA1A390D06C}"/>
    <dgm:cxn modelId="{2C53E079-2FBA-4B47-979D-1D317D99193B}" type="presOf" srcId="{9AB95F92-C5B8-4DBB-A559-AC72EDAAC9AF}" destId="{C2740862-E3F0-4509-8FC5-5CEA4BFB1CA8}" srcOrd="0" destOrd="0" presId="urn:microsoft.com/office/officeart/2008/layout/AlternatingPictureCircles"/>
    <dgm:cxn modelId="{B4BD488D-150E-4E7A-8723-375E802D68D8}" srcId="{46597CC4-B62E-4903-A7EC-1B6B9E87D82A}" destId="{5A8CEF49-5D29-4475-8D16-A1DA9A5BD077}" srcOrd="1" destOrd="0" parTransId="{7830422F-D6F5-45E6-B7A6-818E9F56617C}" sibTransId="{7AAA8F29-A236-455B-B41C-70368465F932}"/>
    <dgm:cxn modelId="{10D1838D-0EEE-411B-A08D-6ADDBF3E981D}" type="presOf" srcId="{5A8CEF49-5D29-4475-8D16-A1DA9A5BD077}" destId="{8518C02A-1635-4322-A318-C9BB98AB55F4}" srcOrd="0" destOrd="0" presId="urn:microsoft.com/office/officeart/2008/layout/AlternatingPictureCircles"/>
    <dgm:cxn modelId="{DE633A92-D9FD-4D0F-BB4B-17A24CD46306}" type="presOf" srcId="{46597CC4-B62E-4903-A7EC-1B6B9E87D82A}" destId="{2679076B-FB9B-4A53-8EE0-2104FD1ECE4F}" srcOrd="0" destOrd="0" presId="urn:microsoft.com/office/officeart/2008/layout/AlternatingPictureCircles"/>
    <dgm:cxn modelId="{34963E93-5810-4DA2-8F4B-090678980889}" type="presParOf" srcId="{2679076B-FB9B-4A53-8EE0-2104FD1ECE4F}" destId="{C42282F4-9501-4B69-B515-6791411AA933}" srcOrd="0" destOrd="0" presId="urn:microsoft.com/office/officeart/2008/layout/AlternatingPictureCircles"/>
    <dgm:cxn modelId="{638817F1-BCD4-45A1-9F11-33DD13476E30}" type="presParOf" srcId="{C42282F4-9501-4B69-B515-6791411AA933}" destId="{57B2C22F-58FC-4D4E-B68A-9D501DBB0109}" srcOrd="0" destOrd="0" presId="urn:microsoft.com/office/officeart/2008/layout/AlternatingPictureCircles"/>
    <dgm:cxn modelId="{E51D3ABE-3BE6-470E-9C14-004E055D6D09}" type="presParOf" srcId="{C42282F4-9501-4B69-B515-6791411AA933}" destId="{B61AF8E2-4636-477F-82A5-D02775CCBCBF}" srcOrd="1" destOrd="0" presId="urn:microsoft.com/office/officeart/2008/layout/AlternatingPictureCircles"/>
    <dgm:cxn modelId="{809B8DAD-8599-41E6-ACDF-43E7ED50B55F}" type="presParOf" srcId="{C42282F4-9501-4B69-B515-6791411AA933}" destId="{3528EE58-120F-4E96-9E86-529DE900EE81}" srcOrd="2" destOrd="0" presId="urn:microsoft.com/office/officeart/2008/layout/AlternatingPictureCircles"/>
    <dgm:cxn modelId="{29141F02-2EE4-4235-8E4B-800F26A4C8D4}" type="presParOf" srcId="{C42282F4-9501-4B69-B515-6791411AA933}" destId="{8E6C84F8-7AD3-40AE-BA7C-59830EDB7827}" srcOrd="3" destOrd="0" presId="urn:microsoft.com/office/officeart/2008/layout/AlternatingPictureCircles"/>
    <dgm:cxn modelId="{D2BAF9B7-5A6B-49E1-A71A-6998E7AD5C77}" type="presParOf" srcId="{2679076B-FB9B-4A53-8EE0-2104FD1ECE4F}" destId="{0FA21CCB-4031-4202-BF28-4D7FAAFDAA94}" srcOrd="1" destOrd="0" presId="urn:microsoft.com/office/officeart/2008/layout/AlternatingPictureCircles"/>
    <dgm:cxn modelId="{7E46A2D5-5F36-4A42-9D8B-4364AAF36C2B}" type="presParOf" srcId="{0FA21CCB-4031-4202-BF28-4D7FAAFDAA94}" destId="{A578C1D1-E3D0-4264-91DD-847932F60389}" srcOrd="0" destOrd="0" presId="urn:microsoft.com/office/officeart/2008/layout/AlternatingPictureCircles"/>
    <dgm:cxn modelId="{8B745326-E453-4FD1-9F9B-8E2116EB5AFF}" type="presParOf" srcId="{0FA21CCB-4031-4202-BF28-4D7FAAFDAA94}" destId="{5CADEF79-4870-4901-9FA1-B8FFED47FA03}" srcOrd="1" destOrd="0" presId="urn:microsoft.com/office/officeart/2008/layout/AlternatingPictureCircles"/>
    <dgm:cxn modelId="{E5A8E7DE-4031-40F8-BF84-2DAC42B4B735}" type="presParOf" srcId="{0FA21CCB-4031-4202-BF28-4D7FAAFDAA94}" destId="{E6A4BDFB-B5C4-4DF5-9A08-FF92FE363C3D}" srcOrd="2" destOrd="0" presId="urn:microsoft.com/office/officeart/2008/layout/AlternatingPictureCircles"/>
    <dgm:cxn modelId="{A8A1B6C5-9093-424C-B5C6-F23E342F2702}" type="presParOf" srcId="{2679076B-FB9B-4A53-8EE0-2104FD1ECE4F}" destId="{C47C4040-5F31-40B0-938A-4C911C4BDBEF}" srcOrd="2" destOrd="0" presId="urn:microsoft.com/office/officeart/2008/layout/AlternatingPictureCircles"/>
    <dgm:cxn modelId="{152130FB-DCD0-4FFC-BF17-17BF384E7C77}" type="presParOf" srcId="{C47C4040-5F31-40B0-938A-4C911C4BDBEF}" destId="{F49E8969-0BF5-497E-8EC6-6727EE404AE3}" srcOrd="0" destOrd="0" presId="urn:microsoft.com/office/officeart/2008/layout/AlternatingPictureCircles"/>
    <dgm:cxn modelId="{A311E2B1-7AE2-4A90-93FD-90572DC18A43}" type="presParOf" srcId="{C47C4040-5F31-40B0-938A-4C911C4BDBEF}" destId="{BE1B1F61-E257-4364-80E5-443A252F7EB7}" srcOrd="1" destOrd="0" presId="urn:microsoft.com/office/officeart/2008/layout/AlternatingPictureCircles"/>
    <dgm:cxn modelId="{1F6DCA01-8494-499F-BD67-05F758FA7C0F}" type="presParOf" srcId="{C47C4040-5F31-40B0-938A-4C911C4BDBEF}" destId="{8518C02A-1635-4322-A318-C9BB98AB55F4}" srcOrd="2" destOrd="0" presId="urn:microsoft.com/office/officeart/2008/layout/AlternatingPictureCircles"/>
    <dgm:cxn modelId="{D77F5A6E-5CC5-4977-8D0A-4FC37ADB2838}" type="presParOf" srcId="{C47C4040-5F31-40B0-938A-4C911C4BDBEF}" destId="{04EB9A08-C52A-4C18-B5DA-BA50CD058639}" srcOrd="3" destOrd="0" presId="urn:microsoft.com/office/officeart/2008/layout/AlternatingPictureCircles"/>
    <dgm:cxn modelId="{22D9EE6A-D107-4862-8184-5BF2CB8D1E2D}" type="presParOf" srcId="{2679076B-FB9B-4A53-8EE0-2104FD1ECE4F}" destId="{367210DD-2078-4544-A27D-B264A8575719}" srcOrd="3" destOrd="0" presId="urn:microsoft.com/office/officeart/2008/layout/AlternatingPictureCircles"/>
    <dgm:cxn modelId="{FDFAA49B-2ED8-4BA0-8063-DB79A5110435}" type="presParOf" srcId="{367210DD-2078-4544-A27D-B264A8575719}" destId="{1F177C5A-58F1-4CCD-A581-2E6151E9205C}" srcOrd="0" destOrd="0" presId="urn:microsoft.com/office/officeart/2008/layout/AlternatingPictureCircles"/>
    <dgm:cxn modelId="{A5F632D6-8CEA-4D31-82AA-E13EB012A67E}" type="presParOf" srcId="{367210DD-2078-4544-A27D-B264A8575719}" destId="{0817EB8A-7043-4962-AD4D-15081D1ADDFB}" srcOrd="1" destOrd="0" presId="urn:microsoft.com/office/officeart/2008/layout/AlternatingPictureCircles"/>
    <dgm:cxn modelId="{A6EB678B-E410-47E2-A175-2F1F05198BE9}" type="presParOf" srcId="{367210DD-2078-4544-A27D-B264A8575719}" destId="{1F668C68-3E95-4AF7-B7E3-B1FEC9A9D2D7}" srcOrd="2" destOrd="0" presId="urn:microsoft.com/office/officeart/2008/layout/AlternatingPictureCircles"/>
    <dgm:cxn modelId="{5DB8732E-BFDC-4DBB-B0BA-ABDAD880A461}" type="presParOf" srcId="{2679076B-FB9B-4A53-8EE0-2104FD1ECE4F}" destId="{DE6D8DD6-ECC6-4B97-AB16-7C817F054942}" srcOrd="4" destOrd="0" presId="urn:microsoft.com/office/officeart/2008/layout/AlternatingPictureCircles"/>
    <dgm:cxn modelId="{33D41528-1394-4863-A2E3-49F2DAAF7F8D}" type="presParOf" srcId="{DE6D8DD6-ECC6-4B97-AB16-7C817F054942}" destId="{D6C2AD78-87F1-475B-B720-E3154FB1E497}" srcOrd="0" destOrd="0" presId="urn:microsoft.com/office/officeart/2008/layout/AlternatingPictureCircles"/>
    <dgm:cxn modelId="{08A1D70F-9742-4268-82A9-33864C356A66}" type="presParOf" srcId="{DE6D8DD6-ECC6-4B97-AB16-7C817F054942}" destId="{8FC2B15A-C326-45B1-A2A4-BA8AED2B6CBF}" srcOrd="1" destOrd="0" presId="urn:microsoft.com/office/officeart/2008/layout/AlternatingPictureCircles"/>
    <dgm:cxn modelId="{F138913E-85C6-497D-946A-C170808E809C}" type="presParOf" srcId="{DE6D8DD6-ECC6-4B97-AB16-7C817F054942}" destId="{C2740862-E3F0-4509-8FC5-5CEA4BFB1CA8}" srcOrd="2" destOrd="0" presId="urn:microsoft.com/office/officeart/2008/layout/AlternatingPictureCircles"/>
    <dgm:cxn modelId="{10FDE761-3F0C-4B72-8A45-A559935ACC89}" type="presParOf" srcId="{DE6D8DD6-ECC6-4B97-AB16-7C817F054942}" destId="{76AC82E8-8DFD-4339-BCD1-1A78A0972928}" srcOrd="3" destOrd="0" presId="urn:microsoft.com/office/officeart/2008/layout/AlternatingPictureCircl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0400DF-4A31-4FB6-BC87-5B12519C1B2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0AA0BA6-CFF7-4719-BB77-203117947888}">
      <dgm:prSet phldrT="[Текст]" phldr="0"/>
      <dgm:spPr/>
      <dgm:t>
        <a:bodyPr/>
        <a:lstStyle/>
        <a:p>
          <a:r>
            <a:rPr lang="ru-RU" dirty="0"/>
            <a:t>Линейные модели</a:t>
          </a:r>
        </a:p>
      </dgm:t>
    </dgm:pt>
    <dgm:pt modelId="{ED4E27FE-D769-42D6-9560-BB0918174825}" type="parTrans" cxnId="{966F5E09-5C33-4249-AA9F-FE36CE45D70E}">
      <dgm:prSet/>
      <dgm:spPr/>
      <dgm:t>
        <a:bodyPr/>
        <a:lstStyle/>
        <a:p>
          <a:endParaRPr lang="ru-RU"/>
        </a:p>
      </dgm:t>
    </dgm:pt>
    <dgm:pt modelId="{6F87262B-ECAE-4858-B7DD-45CDD4DE9DC3}" type="sibTrans" cxnId="{966F5E09-5C33-4249-AA9F-FE36CE45D70E}">
      <dgm:prSet/>
      <dgm:spPr/>
      <dgm:t>
        <a:bodyPr/>
        <a:lstStyle/>
        <a:p>
          <a:endParaRPr lang="ru-RU"/>
        </a:p>
      </dgm:t>
    </dgm:pt>
    <dgm:pt modelId="{1B183E17-F459-486A-ABCF-6C56AAA732B3}">
      <dgm:prSet phldrT="[Текст]" phldr="0"/>
      <dgm:spPr/>
      <dgm:t>
        <a:bodyPr/>
        <a:lstStyle/>
        <a:p>
          <a:r>
            <a:rPr lang="ru-RU" dirty="0"/>
            <a:t>Логистическая регрессия</a:t>
          </a:r>
        </a:p>
      </dgm:t>
    </dgm:pt>
    <dgm:pt modelId="{D5A8ADC5-8BB8-47F9-B5EE-6419EC3BB843}" type="parTrans" cxnId="{41F77CB9-66A3-4C4E-A43E-C2673FC05E62}">
      <dgm:prSet/>
      <dgm:spPr/>
      <dgm:t>
        <a:bodyPr/>
        <a:lstStyle/>
        <a:p>
          <a:endParaRPr lang="ru-RU"/>
        </a:p>
      </dgm:t>
    </dgm:pt>
    <dgm:pt modelId="{4B527029-9D14-4D9A-862B-CA22DBA1C4AD}" type="sibTrans" cxnId="{41F77CB9-66A3-4C4E-A43E-C2673FC05E62}">
      <dgm:prSet/>
      <dgm:spPr/>
      <dgm:t>
        <a:bodyPr/>
        <a:lstStyle/>
        <a:p>
          <a:endParaRPr lang="ru-RU"/>
        </a:p>
      </dgm:t>
    </dgm:pt>
    <dgm:pt modelId="{DE47F8F5-F9A6-4014-AD1D-7E8D889DE724}">
      <dgm:prSet phldrT="[Текст]" phldr="0"/>
      <dgm:spPr/>
      <dgm:t>
        <a:bodyPr/>
        <a:lstStyle/>
        <a:p>
          <a:r>
            <a:rPr lang="ru-RU" dirty="0"/>
            <a:t>Мультиномиальный Байес с </a:t>
          </a:r>
          <a:r>
            <a:rPr lang="en-US" dirty="0"/>
            <a:t>sample_weight</a:t>
          </a:r>
          <a:endParaRPr lang="ru-RU" dirty="0"/>
        </a:p>
      </dgm:t>
    </dgm:pt>
    <dgm:pt modelId="{069F9AC9-1120-4990-B4E4-759A22C2175A}" type="parTrans" cxnId="{8D382A43-B50F-4A53-B327-145BFB35D04A}">
      <dgm:prSet/>
      <dgm:spPr/>
      <dgm:t>
        <a:bodyPr/>
        <a:lstStyle/>
        <a:p>
          <a:endParaRPr lang="ru-RU"/>
        </a:p>
      </dgm:t>
    </dgm:pt>
    <dgm:pt modelId="{CC7E1AC7-1501-485D-A367-59174C567BEF}" type="sibTrans" cxnId="{8D382A43-B50F-4A53-B327-145BFB35D04A}">
      <dgm:prSet/>
      <dgm:spPr/>
      <dgm:t>
        <a:bodyPr/>
        <a:lstStyle/>
        <a:p>
          <a:endParaRPr lang="ru-RU"/>
        </a:p>
      </dgm:t>
    </dgm:pt>
    <dgm:pt modelId="{74F3316A-999C-4587-A997-14305B98A194}">
      <dgm:prSet phldrT="[Текст]" phldr="0"/>
      <dgm:spPr/>
      <dgm:t>
        <a:bodyPr/>
        <a:lstStyle/>
        <a:p>
          <a:r>
            <a:rPr lang="ru-RU" dirty="0"/>
            <a:t>Мультиномиальный Байес с </a:t>
          </a:r>
          <a:r>
            <a:rPr lang="en-US" dirty="0"/>
            <a:t>priors</a:t>
          </a:r>
          <a:endParaRPr lang="ru-RU" dirty="0"/>
        </a:p>
      </dgm:t>
    </dgm:pt>
    <dgm:pt modelId="{3F74F698-241A-4C23-98C7-D2C4B7E699CB}" type="parTrans" cxnId="{69E3C8EF-8A6F-43D1-B944-96EC948770AA}">
      <dgm:prSet/>
      <dgm:spPr/>
      <dgm:t>
        <a:bodyPr/>
        <a:lstStyle/>
        <a:p>
          <a:endParaRPr lang="ru-RU"/>
        </a:p>
      </dgm:t>
    </dgm:pt>
    <dgm:pt modelId="{690A1308-5D34-46B5-983F-3FBFCFC388F1}" type="sibTrans" cxnId="{69E3C8EF-8A6F-43D1-B944-96EC948770AA}">
      <dgm:prSet/>
      <dgm:spPr/>
      <dgm:t>
        <a:bodyPr/>
        <a:lstStyle/>
        <a:p>
          <a:endParaRPr lang="ru-RU"/>
        </a:p>
      </dgm:t>
    </dgm:pt>
    <dgm:pt modelId="{A992B96B-01D6-41CE-BC8B-99D60DFE25CC}">
      <dgm:prSet phldrT="[Текст]" phldr="0"/>
      <dgm:spPr/>
      <dgm:t>
        <a:bodyPr/>
        <a:lstStyle/>
        <a:p>
          <a:r>
            <a:rPr lang="ru-RU"/>
            <a:t>Нелинейные модели</a:t>
          </a:r>
          <a:endParaRPr lang="ru-RU" dirty="0"/>
        </a:p>
      </dgm:t>
    </dgm:pt>
    <dgm:pt modelId="{13F99D50-13FC-4801-A08C-EFAFE2172072}" type="parTrans" cxnId="{F0F87325-F3D8-4FF2-80C1-9D421D1A2F55}">
      <dgm:prSet/>
      <dgm:spPr/>
      <dgm:t>
        <a:bodyPr/>
        <a:lstStyle/>
        <a:p>
          <a:endParaRPr lang="ru-RU"/>
        </a:p>
      </dgm:t>
    </dgm:pt>
    <dgm:pt modelId="{31F75668-7052-4ED7-94E8-50CB38374F43}" type="sibTrans" cxnId="{F0F87325-F3D8-4FF2-80C1-9D421D1A2F55}">
      <dgm:prSet/>
      <dgm:spPr/>
      <dgm:t>
        <a:bodyPr/>
        <a:lstStyle/>
        <a:p>
          <a:endParaRPr lang="ru-RU"/>
        </a:p>
      </dgm:t>
    </dgm:pt>
    <dgm:pt modelId="{AD881015-FC22-41F6-BBD6-BCB3D0BBE5B9}">
      <dgm:prSet phldrT="[Текст]" phldr="0"/>
      <dgm:spPr/>
      <dgm:t>
        <a:bodyPr/>
        <a:lstStyle/>
        <a:p>
          <a:r>
            <a:rPr lang="en-US" dirty="0"/>
            <a:t>K </a:t>
          </a:r>
          <a:r>
            <a:rPr lang="ru-RU" dirty="0"/>
            <a:t>ближайших соседей</a:t>
          </a:r>
        </a:p>
      </dgm:t>
    </dgm:pt>
    <dgm:pt modelId="{856C5031-92EF-4C9B-87D3-3F5AA804F95B}" type="parTrans" cxnId="{B28E5EB6-441F-46C3-B7F1-4FB5ED13EEE6}">
      <dgm:prSet/>
      <dgm:spPr/>
      <dgm:t>
        <a:bodyPr/>
        <a:lstStyle/>
        <a:p>
          <a:endParaRPr lang="ru-RU"/>
        </a:p>
      </dgm:t>
    </dgm:pt>
    <dgm:pt modelId="{DE14AA34-F26B-43FC-8B91-B8E65FBDEB80}" type="sibTrans" cxnId="{B28E5EB6-441F-46C3-B7F1-4FB5ED13EEE6}">
      <dgm:prSet/>
      <dgm:spPr/>
      <dgm:t>
        <a:bodyPr/>
        <a:lstStyle/>
        <a:p>
          <a:endParaRPr lang="ru-RU"/>
        </a:p>
      </dgm:t>
    </dgm:pt>
    <dgm:pt modelId="{7599750F-37C7-4237-8CE8-7F0A98FC6137}">
      <dgm:prSet phldrT="[Текст]" phldr="0"/>
      <dgm:spPr/>
      <dgm:t>
        <a:bodyPr/>
        <a:lstStyle/>
        <a:p>
          <a:r>
            <a:rPr lang="ru-RU"/>
            <a:t>Дерево решений</a:t>
          </a:r>
          <a:endParaRPr lang="ru-RU" dirty="0"/>
        </a:p>
      </dgm:t>
    </dgm:pt>
    <dgm:pt modelId="{F4F5FE68-3E10-4872-A35F-AF30E36C2F3F}" type="parTrans" cxnId="{884978D6-CA85-4CF6-BE1A-686FC883B0FB}">
      <dgm:prSet/>
      <dgm:spPr/>
      <dgm:t>
        <a:bodyPr/>
        <a:lstStyle/>
        <a:p>
          <a:endParaRPr lang="ru-RU"/>
        </a:p>
      </dgm:t>
    </dgm:pt>
    <dgm:pt modelId="{F0315294-2D0A-4896-BB4E-950EE428597D}" type="sibTrans" cxnId="{884978D6-CA85-4CF6-BE1A-686FC883B0FB}">
      <dgm:prSet/>
      <dgm:spPr/>
      <dgm:t>
        <a:bodyPr/>
        <a:lstStyle/>
        <a:p>
          <a:endParaRPr lang="ru-RU"/>
        </a:p>
      </dgm:t>
    </dgm:pt>
    <dgm:pt modelId="{13B10A07-99A9-4B07-85BC-996E3A977D97}">
      <dgm:prSet phldrT="[Текст]" phldr="0"/>
      <dgm:spPr/>
      <dgm:t>
        <a:bodyPr/>
        <a:lstStyle/>
        <a:p>
          <a:r>
            <a:rPr lang="ru-RU"/>
            <a:t>Ансамбли</a:t>
          </a:r>
          <a:endParaRPr lang="ru-RU" dirty="0"/>
        </a:p>
      </dgm:t>
    </dgm:pt>
    <dgm:pt modelId="{A9DB175C-4725-45D5-A8F6-F0800418B37D}" type="parTrans" cxnId="{6166A6B2-9AC6-4BA6-870E-3700089C4BA8}">
      <dgm:prSet/>
      <dgm:spPr/>
      <dgm:t>
        <a:bodyPr/>
        <a:lstStyle/>
        <a:p>
          <a:endParaRPr lang="ru-RU"/>
        </a:p>
      </dgm:t>
    </dgm:pt>
    <dgm:pt modelId="{B7DCD697-BED4-4E8E-80F9-C8B6F8690B00}" type="sibTrans" cxnId="{6166A6B2-9AC6-4BA6-870E-3700089C4BA8}">
      <dgm:prSet/>
      <dgm:spPr/>
      <dgm:t>
        <a:bodyPr/>
        <a:lstStyle/>
        <a:p>
          <a:endParaRPr lang="ru-RU"/>
        </a:p>
      </dgm:t>
    </dgm:pt>
    <dgm:pt modelId="{7AF2E0DD-85E3-4AA5-A08B-AACCC1D10F59}">
      <dgm:prSet phldrT="[Текст]" phldr="0"/>
      <dgm:spPr/>
      <dgm:t>
        <a:bodyPr/>
        <a:lstStyle/>
        <a:p>
          <a:r>
            <a:rPr lang="ru-RU" dirty="0"/>
            <a:t>Стекинг</a:t>
          </a:r>
          <a:r>
            <a:rPr lang="en-US" dirty="0"/>
            <a:t> (</a:t>
          </a:r>
          <a:r>
            <a:rPr lang="ru-RU" dirty="0"/>
            <a:t>Дерево решений+</a:t>
          </a:r>
          <a:r>
            <a:rPr lang="en-US" dirty="0"/>
            <a:t>K </a:t>
          </a:r>
          <a:r>
            <a:rPr lang="ru-RU" dirty="0"/>
            <a:t>ближайших соседей </a:t>
          </a:r>
          <a:r>
            <a:rPr lang="ru-RU" dirty="0">
              <a:sym typeface="Wingdings" panose="05000000000000000000" pitchFamily="2" charset="2"/>
            </a:rPr>
            <a:t></a:t>
          </a:r>
          <a:r>
            <a:rPr lang="en-US" dirty="0">
              <a:sym typeface="Wingdings" panose="05000000000000000000" pitchFamily="2" charset="2"/>
            </a:rPr>
            <a:t> </a:t>
          </a:r>
          <a:r>
            <a:rPr lang="ru-RU" dirty="0">
              <a:sym typeface="Wingdings" panose="05000000000000000000" pitchFamily="2" charset="2"/>
            </a:rPr>
            <a:t>Логистическая регрессия)</a:t>
          </a:r>
          <a:endParaRPr lang="ru-RU" dirty="0"/>
        </a:p>
      </dgm:t>
    </dgm:pt>
    <dgm:pt modelId="{2560E702-5C6B-4A80-A362-0FB09323E3FC}" type="parTrans" cxnId="{DD444C59-ADC7-499D-9844-F31EAB8D944C}">
      <dgm:prSet/>
      <dgm:spPr/>
      <dgm:t>
        <a:bodyPr/>
        <a:lstStyle/>
        <a:p>
          <a:endParaRPr lang="ru-RU"/>
        </a:p>
      </dgm:t>
    </dgm:pt>
    <dgm:pt modelId="{F6177677-4652-4BC7-9CC4-E146C3CE62AA}" type="sibTrans" cxnId="{DD444C59-ADC7-499D-9844-F31EAB8D944C}">
      <dgm:prSet/>
      <dgm:spPr/>
      <dgm:t>
        <a:bodyPr/>
        <a:lstStyle/>
        <a:p>
          <a:endParaRPr lang="ru-RU"/>
        </a:p>
      </dgm:t>
    </dgm:pt>
    <dgm:pt modelId="{D666BFC1-4251-46A1-95EB-C8EC47E57DA1}">
      <dgm:prSet phldrT="[Текст]" phldr="0"/>
      <dgm:spPr/>
      <dgm:t>
        <a:bodyPr/>
        <a:lstStyle/>
        <a:p>
          <a:r>
            <a:rPr lang="ru-RU" dirty="0"/>
            <a:t>Адабустинг (Мультиномиальный Байес с </a:t>
          </a:r>
          <a:r>
            <a:rPr lang="en-US" dirty="0"/>
            <a:t>sample_weight</a:t>
          </a:r>
          <a:r>
            <a:rPr lang="ru-RU" dirty="0"/>
            <a:t>)</a:t>
          </a:r>
        </a:p>
      </dgm:t>
    </dgm:pt>
    <dgm:pt modelId="{819D3DDA-4E0E-412C-B188-EB81B80489F2}" type="parTrans" cxnId="{64D91EF9-DFA7-4FFC-BB1C-5B7C1CE93F79}">
      <dgm:prSet/>
      <dgm:spPr/>
      <dgm:t>
        <a:bodyPr/>
        <a:lstStyle/>
        <a:p>
          <a:endParaRPr lang="ru-RU"/>
        </a:p>
      </dgm:t>
    </dgm:pt>
    <dgm:pt modelId="{3B73A8EE-B819-4D16-820E-48209F999D22}" type="sibTrans" cxnId="{64D91EF9-DFA7-4FFC-BB1C-5B7C1CE93F79}">
      <dgm:prSet/>
      <dgm:spPr/>
      <dgm:t>
        <a:bodyPr/>
        <a:lstStyle/>
        <a:p>
          <a:endParaRPr lang="ru-RU"/>
        </a:p>
      </dgm:t>
    </dgm:pt>
    <dgm:pt modelId="{93D44287-0EE2-4450-BCB7-6E1DE66AAF78}">
      <dgm:prSet phldrT="[Текст]" phldr="0"/>
      <dgm:spPr/>
      <dgm:t>
        <a:bodyPr/>
        <a:lstStyle/>
        <a:p>
          <a:r>
            <a:rPr lang="ru-RU"/>
            <a:t>Градиентный бустинг</a:t>
          </a:r>
          <a:endParaRPr lang="ru-RU" dirty="0"/>
        </a:p>
      </dgm:t>
    </dgm:pt>
    <dgm:pt modelId="{C94BB785-8480-455D-AA0A-C84963775F6B}" type="parTrans" cxnId="{F711EEFB-9330-4AD9-93C2-5BC517F173EC}">
      <dgm:prSet/>
      <dgm:spPr/>
      <dgm:t>
        <a:bodyPr/>
        <a:lstStyle/>
        <a:p>
          <a:endParaRPr lang="ru-RU"/>
        </a:p>
      </dgm:t>
    </dgm:pt>
    <dgm:pt modelId="{CC19A5E9-119E-4B2E-A01D-2F72DD7B4058}" type="sibTrans" cxnId="{F711EEFB-9330-4AD9-93C2-5BC517F173EC}">
      <dgm:prSet/>
      <dgm:spPr/>
      <dgm:t>
        <a:bodyPr/>
        <a:lstStyle/>
        <a:p>
          <a:endParaRPr lang="ru-RU"/>
        </a:p>
      </dgm:t>
    </dgm:pt>
    <dgm:pt modelId="{AA20472A-F8EC-4521-93AC-83743CBB487F}" type="pres">
      <dgm:prSet presAssocID="{160400DF-4A31-4FB6-BC87-5B12519C1B2E}" presName="linear" presStyleCnt="0">
        <dgm:presLayoutVars>
          <dgm:dir/>
          <dgm:animLvl val="lvl"/>
          <dgm:resizeHandles val="exact"/>
        </dgm:presLayoutVars>
      </dgm:prSet>
      <dgm:spPr/>
    </dgm:pt>
    <dgm:pt modelId="{7CFD44DF-D997-464E-9461-15561DB92DC7}" type="pres">
      <dgm:prSet presAssocID="{A0AA0BA6-CFF7-4719-BB77-203117947888}" presName="parentLin" presStyleCnt="0"/>
      <dgm:spPr/>
    </dgm:pt>
    <dgm:pt modelId="{F7D4A064-7F4C-4009-BC48-C37F5D3A0E49}" type="pres">
      <dgm:prSet presAssocID="{A0AA0BA6-CFF7-4719-BB77-203117947888}" presName="parentLeftMargin" presStyleLbl="node1" presStyleIdx="0" presStyleCnt="3"/>
      <dgm:spPr/>
    </dgm:pt>
    <dgm:pt modelId="{906B1772-E6D3-4F8C-B4AB-0299D17D459B}" type="pres">
      <dgm:prSet presAssocID="{A0AA0BA6-CFF7-4719-BB77-20311794788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365452-4C54-4785-B448-C037D87CA58D}" type="pres">
      <dgm:prSet presAssocID="{A0AA0BA6-CFF7-4719-BB77-203117947888}" presName="negativeSpace" presStyleCnt="0"/>
      <dgm:spPr/>
    </dgm:pt>
    <dgm:pt modelId="{7CE3150B-B46B-4B2D-8519-7D403384FD66}" type="pres">
      <dgm:prSet presAssocID="{A0AA0BA6-CFF7-4719-BB77-203117947888}" presName="childText" presStyleLbl="conFgAcc1" presStyleIdx="0" presStyleCnt="3">
        <dgm:presLayoutVars>
          <dgm:bulletEnabled val="1"/>
        </dgm:presLayoutVars>
      </dgm:prSet>
      <dgm:spPr/>
    </dgm:pt>
    <dgm:pt modelId="{F3CD5C97-8254-491E-BC04-2691E389B82F}" type="pres">
      <dgm:prSet presAssocID="{6F87262B-ECAE-4858-B7DD-45CDD4DE9DC3}" presName="spaceBetweenRectangles" presStyleCnt="0"/>
      <dgm:spPr/>
    </dgm:pt>
    <dgm:pt modelId="{D50357C7-FA5C-4EE3-9BD7-34AADDBCC9EF}" type="pres">
      <dgm:prSet presAssocID="{A992B96B-01D6-41CE-BC8B-99D60DFE25CC}" presName="parentLin" presStyleCnt="0"/>
      <dgm:spPr/>
    </dgm:pt>
    <dgm:pt modelId="{612F35AC-E6E3-4CB6-ADD3-65A76A6351C1}" type="pres">
      <dgm:prSet presAssocID="{A992B96B-01D6-41CE-BC8B-99D60DFE25CC}" presName="parentLeftMargin" presStyleLbl="node1" presStyleIdx="0" presStyleCnt="3"/>
      <dgm:spPr/>
    </dgm:pt>
    <dgm:pt modelId="{90CCAB11-1EB4-42D6-959F-8723012AC5B6}" type="pres">
      <dgm:prSet presAssocID="{A992B96B-01D6-41CE-BC8B-99D60DFE25C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D1E5ABC-522C-44C6-ACB6-12ED4EAAE65C}" type="pres">
      <dgm:prSet presAssocID="{A992B96B-01D6-41CE-BC8B-99D60DFE25CC}" presName="negativeSpace" presStyleCnt="0"/>
      <dgm:spPr/>
    </dgm:pt>
    <dgm:pt modelId="{E6ACEAB7-53ED-483C-8567-FF1D953079A2}" type="pres">
      <dgm:prSet presAssocID="{A992B96B-01D6-41CE-BC8B-99D60DFE25CC}" presName="childText" presStyleLbl="conFgAcc1" presStyleIdx="1" presStyleCnt="3">
        <dgm:presLayoutVars>
          <dgm:bulletEnabled val="1"/>
        </dgm:presLayoutVars>
      </dgm:prSet>
      <dgm:spPr/>
    </dgm:pt>
    <dgm:pt modelId="{5551B033-25F5-409E-8F5E-79CA832D8D05}" type="pres">
      <dgm:prSet presAssocID="{31F75668-7052-4ED7-94E8-50CB38374F43}" presName="spaceBetweenRectangles" presStyleCnt="0"/>
      <dgm:spPr/>
    </dgm:pt>
    <dgm:pt modelId="{8E059419-466E-4237-A950-06A639981D8A}" type="pres">
      <dgm:prSet presAssocID="{13B10A07-99A9-4B07-85BC-996E3A977D97}" presName="parentLin" presStyleCnt="0"/>
      <dgm:spPr/>
    </dgm:pt>
    <dgm:pt modelId="{92CC5E17-49B3-40B3-9C2E-34ADF7311749}" type="pres">
      <dgm:prSet presAssocID="{13B10A07-99A9-4B07-85BC-996E3A977D97}" presName="parentLeftMargin" presStyleLbl="node1" presStyleIdx="1" presStyleCnt="3"/>
      <dgm:spPr/>
    </dgm:pt>
    <dgm:pt modelId="{768E5F04-CBFA-4A31-BEDB-E2ED1D8BC2CA}" type="pres">
      <dgm:prSet presAssocID="{13B10A07-99A9-4B07-85BC-996E3A977D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F2A188A-81A3-4AA3-A713-7085F73F01E4}" type="pres">
      <dgm:prSet presAssocID="{13B10A07-99A9-4B07-85BC-996E3A977D97}" presName="negativeSpace" presStyleCnt="0"/>
      <dgm:spPr/>
    </dgm:pt>
    <dgm:pt modelId="{B022BDFF-BE76-4CBD-A627-2A2C94871314}" type="pres">
      <dgm:prSet presAssocID="{13B10A07-99A9-4B07-85BC-996E3A977D9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7B0D808-5241-45DA-9C77-802C4BD2588C}" type="presOf" srcId="{74F3316A-999C-4587-A997-14305B98A194}" destId="{7CE3150B-B46B-4B2D-8519-7D403384FD66}" srcOrd="0" destOrd="2" presId="urn:microsoft.com/office/officeart/2005/8/layout/list1"/>
    <dgm:cxn modelId="{966F5E09-5C33-4249-AA9F-FE36CE45D70E}" srcId="{160400DF-4A31-4FB6-BC87-5B12519C1B2E}" destId="{A0AA0BA6-CFF7-4719-BB77-203117947888}" srcOrd="0" destOrd="0" parTransId="{ED4E27FE-D769-42D6-9560-BB0918174825}" sibTransId="{6F87262B-ECAE-4858-B7DD-45CDD4DE9DC3}"/>
    <dgm:cxn modelId="{F3C23417-8E44-4A65-B1D3-FF18327AD9E6}" type="presOf" srcId="{A0AA0BA6-CFF7-4719-BB77-203117947888}" destId="{F7D4A064-7F4C-4009-BC48-C37F5D3A0E49}" srcOrd="0" destOrd="0" presId="urn:microsoft.com/office/officeart/2005/8/layout/list1"/>
    <dgm:cxn modelId="{B3C05317-DFB9-4329-A296-C07EC67015DC}" type="presOf" srcId="{A992B96B-01D6-41CE-BC8B-99D60DFE25CC}" destId="{90CCAB11-1EB4-42D6-959F-8723012AC5B6}" srcOrd="1" destOrd="0" presId="urn:microsoft.com/office/officeart/2005/8/layout/list1"/>
    <dgm:cxn modelId="{A9FF3F18-16A8-48BE-80A7-D924F990FFFC}" type="presOf" srcId="{160400DF-4A31-4FB6-BC87-5B12519C1B2E}" destId="{AA20472A-F8EC-4521-93AC-83743CBB487F}" srcOrd="0" destOrd="0" presId="urn:microsoft.com/office/officeart/2005/8/layout/list1"/>
    <dgm:cxn modelId="{F0F87325-F3D8-4FF2-80C1-9D421D1A2F55}" srcId="{160400DF-4A31-4FB6-BC87-5B12519C1B2E}" destId="{A992B96B-01D6-41CE-BC8B-99D60DFE25CC}" srcOrd="1" destOrd="0" parTransId="{13F99D50-13FC-4801-A08C-EFAFE2172072}" sibTransId="{31F75668-7052-4ED7-94E8-50CB38374F43}"/>
    <dgm:cxn modelId="{2D8B5430-E128-4A89-BFF6-024313C96D9C}" type="presOf" srcId="{A992B96B-01D6-41CE-BC8B-99D60DFE25CC}" destId="{612F35AC-E6E3-4CB6-ADD3-65A76A6351C1}" srcOrd="0" destOrd="0" presId="urn:microsoft.com/office/officeart/2005/8/layout/list1"/>
    <dgm:cxn modelId="{ACC6585C-AD7F-44B0-8919-E9815415D58F}" type="presOf" srcId="{93D44287-0EE2-4450-BCB7-6E1DE66AAF78}" destId="{B022BDFF-BE76-4CBD-A627-2A2C94871314}" srcOrd="0" destOrd="2" presId="urn:microsoft.com/office/officeart/2005/8/layout/list1"/>
    <dgm:cxn modelId="{8D382A43-B50F-4A53-B327-145BFB35D04A}" srcId="{A0AA0BA6-CFF7-4719-BB77-203117947888}" destId="{DE47F8F5-F9A6-4014-AD1D-7E8D889DE724}" srcOrd="1" destOrd="0" parTransId="{069F9AC9-1120-4990-B4E4-759A22C2175A}" sibTransId="{CC7E1AC7-1501-485D-A367-59174C567BEF}"/>
    <dgm:cxn modelId="{2E811E46-7DF2-41AF-B678-D9AFD8193E88}" type="presOf" srcId="{7AF2E0DD-85E3-4AA5-A08B-AACCC1D10F59}" destId="{B022BDFF-BE76-4CBD-A627-2A2C94871314}" srcOrd="0" destOrd="0" presId="urn:microsoft.com/office/officeart/2005/8/layout/list1"/>
    <dgm:cxn modelId="{F4BDBE47-43A0-4376-8DED-C4AB2788DD5A}" type="presOf" srcId="{13B10A07-99A9-4B07-85BC-996E3A977D97}" destId="{92CC5E17-49B3-40B3-9C2E-34ADF7311749}" srcOrd="0" destOrd="0" presId="urn:microsoft.com/office/officeart/2005/8/layout/list1"/>
    <dgm:cxn modelId="{1BD3996C-1F49-44C1-A002-078160EE86BE}" type="presOf" srcId="{A0AA0BA6-CFF7-4719-BB77-203117947888}" destId="{906B1772-E6D3-4F8C-B4AB-0299D17D459B}" srcOrd="1" destOrd="0" presId="urn:microsoft.com/office/officeart/2005/8/layout/list1"/>
    <dgm:cxn modelId="{DD444C59-ADC7-499D-9844-F31EAB8D944C}" srcId="{13B10A07-99A9-4B07-85BC-996E3A977D97}" destId="{7AF2E0DD-85E3-4AA5-A08B-AACCC1D10F59}" srcOrd="0" destOrd="0" parTransId="{2560E702-5C6B-4A80-A362-0FB09323E3FC}" sibTransId="{F6177677-4652-4BC7-9CC4-E146C3CE62AA}"/>
    <dgm:cxn modelId="{A487429B-70C6-43C3-89FC-DA327760F6C3}" type="presOf" srcId="{7599750F-37C7-4237-8CE8-7F0A98FC6137}" destId="{E6ACEAB7-53ED-483C-8567-FF1D953079A2}" srcOrd="0" destOrd="1" presId="urn:microsoft.com/office/officeart/2005/8/layout/list1"/>
    <dgm:cxn modelId="{6166A6B2-9AC6-4BA6-870E-3700089C4BA8}" srcId="{160400DF-4A31-4FB6-BC87-5B12519C1B2E}" destId="{13B10A07-99A9-4B07-85BC-996E3A977D97}" srcOrd="2" destOrd="0" parTransId="{A9DB175C-4725-45D5-A8F6-F0800418B37D}" sibTransId="{B7DCD697-BED4-4E8E-80F9-C8B6F8690B00}"/>
    <dgm:cxn modelId="{B28E5EB6-441F-46C3-B7F1-4FB5ED13EEE6}" srcId="{A992B96B-01D6-41CE-BC8B-99D60DFE25CC}" destId="{AD881015-FC22-41F6-BBD6-BCB3D0BBE5B9}" srcOrd="0" destOrd="0" parTransId="{856C5031-92EF-4C9B-87D3-3F5AA804F95B}" sibTransId="{DE14AA34-F26B-43FC-8B91-B8E65FBDEB80}"/>
    <dgm:cxn modelId="{41F77CB9-66A3-4C4E-A43E-C2673FC05E62}" srcId="{A0AA0BA6-CFF7-4719-BB77-203117947888}" destId="{1B183E17-F459-486A-ABCF-6C56AAA732B3}" srcOrd="0" destOrd="0" parTransId="{D5A8ADC5-8BB8-47F9-B5EE-6419EC3BB843}" sibTransId="{4B527029-9D14-4D9A-862B-CA22DBA1C4AD}"/>
    <dgm:cxn modelId="{B303E2C2-A926-44F4-AB4A-26ECFA88D668}" type="presOf" srcId="{DE47F8F5-F9A6-4014-AD1D-7E8D889DE724}" destId="{7CE3150B-B46B-4B2D-8519-7D403384FD66}" srcOrd="0" destOrd="1" presId="urn:microsoft.com/office/officeart/2005/8/layout/list1"/>
    <dgm:cxn modelId="{2ADDFCCF-DEA2-48CF-8908-83DC3E8C9E2E}" type="presOf" srcId="{1B183E17-F459-486A-ABCF-6C56AAA732B3}" destId="{7CE3150B-B46B-4B2D-8519-7D403384FD66}" srcOrd="0" destOrd="0" presId="urn:microsoft.com/office/officeart/2005/8/layout/list1"/>
    <dgm:cxn modelId="{884978D6-CA85-4CF6-BE1A-686FC883B0FB}" srcId="{A992B96B-01D6-41CE-BC8B-99D60DFE25CC}" destId="{7599750F-37C7-4237-8CE8-7F0A98FC6137}" srcOrd="1" destOrd="0" parTransId="{F4F5FE68-3E10-4872-A35F-AF30E36C2F3F}" sibTransId="{F0315294-2D0A-4896-BB4E-950EE428597D}"/>
    <dgm:cxn modelId="{B013FEEA-87D0-44F1-9279-7E4101065189}" type="presOf" srcId="{13B10A07-99A9-4B07-85BC-996E3A977D97}" destId="{768E5F04-CBFA-4A31-BEDB-E2ED1D8BC2CA}" srcOrd="1" destOrd="0" presId="urn:microsoft.com/office/officeart/2005/8/layout/list1"/>
    <dgm:cxn modelId="{176F34EE-2E86-4CEB-A833-78BE9F0AE4BD}" type="presOf" srcId="{D666BFC1-4251-46A1-95EB-C8EC47E57DA1}" destId="{B022BDFF-BE76-4CBD-A627-2A2C94871314}" srcOrd="0" destOrd="1" presId="urn:microsoft.com/office/officeart/2005/8/layout/list1"/>
    <dgm:cxn modelId="{69E3C8EF-8A6F-43D1-B944-96EC948770AA}" srcId="{A0AA0BA6-CFF7-4719-BB77-203117947888}" destId="{74F3316A-999C-4587-A997-14305B98A194}" srcOrd="2" destOrd="0" parTransId="{3F74F698-241A-4C23-98C7-D2C4B7E699CB}" sibTransId="{690A1308-5D34-46B5-983F-3FBFCFC388F1}"/>
    <dgm:cxn modelId="{64D91EF9-DFA7-4FFC-BB1C-5B7C1CE93F79}" srcId="{13B10A07-99A9-4B07-85BC-996E3A977D97}" destId="{D666BFC1-4251-46A1-95EB-C8EC47E57DA1}" srcOrd="1" destOrd="0" parTransId="{819D3DDA-4E0E-412C-B188-EB81B80489F2}" sibTransId="{3B73A8EE-B819-4D16-820E-48209F999D22}"/>
    <dgm:cxn modelId="{EFEA9BF9-0F21-4E37-9741-056A8750152D}" type="presOf" srcId="{AD881015-FC22-41F6-BBD6-BCB3D0BBE5B9}" destId="{E6ACEAB7-53ED-483C-8567-FF1D953079A2}" srcOrd="0" destOrd="0" presId="urn:microsoft.com/office/officeart/2005/8/layout/list1"/>
    <dgm:cxn modelId="{F711EEFB-9330-4AD9-93C2-5BC517F173EC}" srcId="{13B10A07-99A9-4B07-85BC-996E3A977D97}" destId="{93D44287-0EE2-4450-BCB7-6E1DE66AAF78}" srcOrd="2" destOrd="0" parTransId="{C94BB785-8480-455D-AA0A-C84963775F6B}" sibTransId="{CC19A5E9-119E-4B2E-A01D-2F72DD7B4058}"/>
    <dgm:cxn modelId="{11A15214-79F4-4BDB-80AD-85273B6E52D4}" type="presParOf" srcId="{AA20472A-F8EC-4521-93AC-83743CBB487F}" destId="{7CFD44DF-D997-464E-9461-15561DB92DC7}" srcOrd="0" destOrd="0" presId="urn:microsoft.com/office/officeart/2005/8/layout/list1"/>
    <dgm:cxn modelId="{AC8D1B3D-3C13-4557-A829-AD5B2F8EACB4}" type="presParOf" srcId="{7CFD44DF-D997-464E-9461-15561DB92DC7}" destId="{F7D4A064-7F4C-4009-BC48-C37F5D3A0E49}" srcOrd="0" destOrd="0" presId="urn:microsoft.com/office/officeart/2005/8/layout/list1"/>
    <dgm:cxn modelId="{875799D0-D36C-4D18-913C-9E70B09AA5C6}" type="presParOf" srcId="{7CFD44DF-D997-464E-9461-15561DB92DC7}" destId="{906B1772-E6D3-4F8C-B4AB-0299D17D459B}" srcOrd="1" destOrd="0" presId="urn:microsoft.com/office/officeart/2005/8/layout/list1"/>
    <dgm:cxn modelId="{50E993E6-E6A5-4485-9A0B-FC5AA11A980B}" type="presParOf" srcId="{AA20472A-F8EC-4521-93AC-83743CBB487F}" destId="{48365452-4C54-4785-B448-C037D87CA58D}" srcOrd="1" destOrd="0" presId="urn:microsoft.com/office/officeart/2005/8/layout/list1"/>
    <dgm:cxn modelId="{3EAAEE9B-EF18-4AB8-A72A-7A39745ED0BD}" type="presParOf" srcId="{AA20472A-F8EC-4521-93AC-83743CBB487F}" destId="{7CE3150B-B46B-4B2D-8519-7D403384FD66}" srcOrd="2" destOrd="0" presId="urn:microsoft.com/office/officeart/2005/8/layout/list1"/>
    <dgm:cxn modelId="{7A78E33E-A549-4F41-A053-78D7C7331B99}" type="presParOf" srcId="{AA20472A-F8EC-4521-93AC-83743CBB487F}" destId="{F3CD5C97-8254-491E-BC04-2691E389B82F}" srcOrd="3" destOrd="0" presId="urn:microsoft.com/office/officeart/2005/8/layout/list1"/>
    <dgm:cxn modelId="{E21677A3-2137-41FE-ADDF-24AA2AE5D0A8}" type="presParOf" srcId="{AA20472A-F8EC-4521-93AC-83743CBB487F}" destId="{D50357C7-FA5C-4EE3-9BD7-34AADDBCC9EF}" srcOrd="4" destOrd="0" presId="urn:microsoft.com/office/officeart/2005/8/layout/list1"/>
    <dgm:cxn modelId="{953F2055-4473-45B9-A0AC-F8BEF2D660F9}" type="presParOf" srcId="{D50357C7-FA5C-4EE3-9BD7-34AADDBCC9EF}" destId="{612F35AC-E6E3-4CB6-ADD3-65A76A6351C1}" srcOrd="0" destOrd="0" presId="urn:microsoft.com/office/officeart/2005/8/layout/list1"/>
    <dgm:cxn modelId="{0218B993-9E80-4D7D-8888-4C0EA28FECA7}" type="presParOf" srcId="{D50357C7-FA5C-4EE3-9BD7-34AADDBCC9EF}" destId="{90CCAB11-1EB4-42D6-959F-8723012AC5B6}" srcOrd="1" destOrd="0" presId="urn:microsoft.com/office/officeart/2005/8/layout/list1"/>
    <dgm:cxn modelId="{FBC063CD-385B-4C1A-A8DF-FF121F7994AA}" type="presParOf" srcId="{AA20472A-F8EC-4521-93AC-83743CBB487F}" destId="{4D1E5ABC-522C-44C6-ACB6-12ED4EAAE65C}" srcOrd="5" destOrd="0" presId="urn:microsoft.com/office/officeart/2005/8/layout/list1"/>
    <dgm:cxn modelId="{531A11B4-9DA8-43C9-A9BA-DE7CA6CF744D}" type="presParOf" srcId="{AA20472A-F8EC-4521-93AC-83743CBB487F}" destId="{E6ACEAB7-53ED-483C-8567-FF1D953079A2}" srcOrd="6" destOrd="0" presId="urn:microsoft.com/office/officeart/2005/8/layout/list1"/>
    <dgm:cxn modelId="{F98B4018-5F27-43DC-AF5F-DB7ABA2E477E}" type="presParOf" srcId="{AA20472A-F8EC-4521-93AC-83743CBB487F}" destId="{5551B033-25F5-409E-8F5E-79CA832D8D05}" srcOrd="7" destOrd="0" presId="urn:microsoft.com/office/officeart/2005/8/layout/list1"/>
    <dgm:cxn modelId="{FAB574CB-2FD8-4DEE-B2BC-D4F98581C41B}" type="presParOf" srcId="{AA20472A-F8EC-4521-93AC-83743CBB487F}" destId="{8E059419-466E-4237-A950-06A639981D8A}" srcOrd="8" destOrd="0" presId="urn:microsoft.com/office/officeart/2005/8/layout/list1"/>
    <dgm:cxn modelId="{017EE41E-1A05-4D6A-AB43-33CA985193E8}" type="presParOf" srcId="{8E059419-466E-4237-A950-06A639981D8A}" destId="{92CC5E17-49B3-40B3-9C2E-34ADF7311749}" srcOrd="0" destOrd="0" presId="urn:microsoft.com/office/officeart/2005/8/layout/list1"/>
    <dgm:cxn modelId="{C278A149-7391-46FA-B469-9EAB275B2543}" type="presParOf" srcId="{8E059419-466E-4237-A950-06A639981D8A}" destId="{768E5F04-CBFA-4A31-BEDB-E2ED1D8BC2CA}" srcOrd="1" destOrd="0" presId="urn:microsoft.com/office/officeart/2005/8/layout/list1"/>
    <dgm:cxn modelId="{D4BF5436-D016-4D29-BD2E-F83A9E31870E}" type="presParOf" srcId="{AA20472A-F8EC-4521-93AC-83743CBB487F}" destId="{8F2A188A-81A3-4AA3-A713-7085F73F01E4}" srcOrd="9" destOrd="0" presId="urn:microsoft.com/office/officeart/2005/8/layout/list1"/>
    <dgm:cxn modelId="{196E5D2F-08F3-45E1-BFD4-3DB1137B3DB9}" type="presParOf" srcId="{AA20472A-F8EC-4521-93AC-83743CBB487F}" destId="{B022BDFF-BE76-4CBD-A627-2A2C9487131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0400DF-4A31-4FB6-BC87-5B12519C1B2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0AA0BA6-CFF7-4719-BB77-203117947888}">
      <dgm:prSet phldrT="[Текст]" phldr="0"/>
      <dgm:spPr/>
      <dgm:t>
        <a:bodyPr/>
        <a:lstStyle/>
        <a:p>
          <a:r>
            <a:rPr lang="ru-RU" dirty="0"/>
            <a:t>Исторические модели</a:t>
          </a:r>
        </a:p>
      </dgm:t>
    </dgm:pt>
    <dgm:pt modelId="{ED4E27FE-D769-42D6-9560-BB0918174825}" type="parTrans" cxnId="{966F5E09-5C33-4249-AA9F-FE36CE45D70E}">
      <dgm:prSet/>
      <dgm:spPr/>
      <dgm:t>
        <a:bodyPr/>
        <a:lstStyle/>
        <a:p>
          <a:endParaRPr lang="ru-RU"/>
        </a:p>
      </dgm:t>
    </dgm:pt>
    <dgm:pt modelId="{6F87262B-ECAE-4858-B7DD-45CDD4DE9DC3}" type="sibTrans" cxnId="{966F5E09-5C33-4249-AA9F-FE36CE45D70E}">
      <dgm:prSet/>
      <dgm:spPr/>
      <dgm:t>
        <a:bodyPr/>
        <a:lstStyle/>
        <a:p>
          <a:endParaRPr lang="ru-RU"/>
        </a:p>
      </dgm:t>
    </dgm:pt>
    <dgm:pt modelId="{1B183E17-F459-486A-ABCF-6C56AAA732B3}">
      <dgm:prSet phldrT="[Текст]" phldr="0"/>
      <dgm:spPr/>
      <dgm:t>
        <a:bodyPr/>
        <a:lstStyle/>
        <a:p>
          <a:r>
            <a:rPr lang="en-US" b="1" dirty="0" err="1"/>
            <a:t>GysBert</a:t>
          </a:r>
          <a:r>
            <a:rPr lang="en-US" dirty="0"/>
            <a:t> (</a:t>
          </a:r>
          <a:r>
            <a:rPr lang="nl-NL" b="0" dirty="0"/>
            <a:t>emanjavacas/GysBERT)</a:t>
          </a:r>
          <a:endParaRPr lang="ru-RU" dirty="0"/>
        </a:p>
      </dgm:t>
    </dgm:pt>
    <dgm:pt modelId="{D5A8ADC5-8BB8-47F9-B5EE-6419EC3BB843}" type="parTrans" cxnId="{41F77CB9-66A3-4C4E-A43E-C2673FC05E62}">
      <dgm:prSet/>
      <dgm:spPr/>
      <dgm:t>
        <a:bodyPr/>
        <a:lstStyle/>
        <a:p>
          <a:endParaRPr lang="ru-RU"/>
        </a:p>
      </dgm:t>
    </dgm:pt>
    <dgm:pt modelId="{4B527029-9D14-4D9A-862B-CA22DBA1C4AD}" type="sibTrans" cxnId="{41F77CB9-66A3-4C4E-A43E-C2673FC05E62}">
      <dgm:prSet/>
      <dgm:spPr/>
      <dgm:t>
        <a:bodyPr/>
        <a:lstStyle/>
        <a:p>
          <a:endParaRPr lang="ru-RU"/>
        </a:p>
      </dgm:t>
    </dgm:pt>
    <dgm:pt modelId="{A992B96B-01D6-41CE-BC8B-99D60DFE25CC}">
      <dgm:prSet phldrT="[Текст]" phldr="0"/>
      <dgm:spPr/>
      <dgm:t>
        <a:bodyPr/>
        <a:lstStyle/>
        <a:p>
          <a:r>
            <a:rPr lang="ru-RU" dirty="0"/>
            <a:t>Современные модели</a:t>
          </a:r>
        </a:p>
      </dgm:t>
    </dgm:pt>
    <dgm:pt modelId="{13F99D50-13FC-4801-A08C-EFAFE2172072}" type="parTrans" cxnId="{F0F87325-F3D8-4FF2-80C1-9D421D1A2F55}">
      <dgm:prSet/>
      <dgm:spPr/>
      <dgm:t>
        <a:bodyPr/>
        <a:lstStyle/>
        <a:p>
          <a:endParaRPr lang="ru-RU"/>
        </a:p>
      </dgm:t>
    </dgm:pt>
    <dgm:pt modelId="{31F75668-7052-4ED7-94E8-50CB38374F43}" type="sibTrans" cxnId="{F0F87325-F3D8-4FF2-80C1-9D421D1A2F55}">
      <dgm:prSet/>
      <dgm:spPr/>
      <dgm:t>
        <a:bodyPr/>
        <a:lstStyle/>
        <a:p>
          <a:endParaRPr lang="ru-RU"/>
        </a:p>
      </dgm:t>
    </dgm:pt>
    <dgm:pt modelId="{AD881015-FC22-41F6-BBD6-BCB3D0BBE5B9}">
      <dgm:prSet phldrT="[Текст]" phldr="0"/>
      <dgm:spPr/>
      <dgm:t>
        <a:bodyPr/>
        <a:lstStyle/>
        <a:p>
          <a:r>
            <a:rPr lang="en-US" b="1" dirty="0"/>
            <a:t>Bertje</a:t>
          </a:r>
          <a:r>
            <a:rPr lang="en-US" dirty="0"/>
            <a:t> (</a:t>
          </a:r>
          <a:r>
            <a:rPr lang="nl-NL" dirty="0"/>
            <a:t>GroNLP/bert-base-dutch-cased)</a:t>
          </a:r>
          <a:endParaRPr lang="ru-RU" dirty="0"/>
        </a:p>
      </dgm:t>
    </dgm:pt>
    <dgm:pt modelId="{856C5031-92EF-4C9B-87D3-3F5AA804F95B}" type="parTrans" cxnId="{B28E5EB6-441F-46C3-B7F1-4FB5ED13EEE6}">
      <dgm:prSet/>
      <dgm:spPr/>
      <dgm:t>
        <a:bodyPr/>
        <a:lstStyle/>
        <a:p>
          <a:endParaRPr lang="ru-RU"/>
        </a:p>
      </dgm:t>
    </dgm:pt>
    <dgm:pt modelId="{DE14AA34-F26B-43FC-8B91-B8E65FBDEB80}" type="sibTrans" cxnId="{B28E5EB6-441F-46C3-B7F1-4FB5ED13EEE6}">
      <dgm:prSet/>
      <dgm:spPr/>
      <dgm:t>
        <a:bodyPr/>
        <a:lstStyle/>
        <a:p>
          <a:endParaRPr lang="ru-RU"/>
        </a:p>
      </dgm:t>
    </dgm:pt>
    <dgm:pt modelId="{5D74EBBA-C12C-471C-8FE3-4970A65E406D}">
      <dgm:prSet phldrT="[Текст]" phldr="0"/>
      <dgm:spPr/>
      <dgm:t>
        <a:bodyPr/>
        <a:lstStyle/>
        <a:p>
          <a:r>
            <a:rPr lang="nl-NL" b="1" i="0" dirty="0"/>
            <a:t>Language Model for Historic Dutch </a:t>
          </a:r>
          <a:r>
            <a:rPr lang="nl-NL" b="0" i="0" dirty="0"/>
            <a:t>(</a:t>
          </a:r>
          <a:r>
            <a:rPr lang="nl-NL" b="0" dirty="0"/>
            <a:t>dbmdz/bert-base-historic-dutch-cased)</a:t>
          </a:r>
          <a:endParaRPr lang="ru-RU" dirty="0"/>
        </a:p>
      </dgm:t>
    </dgm:pt>
    <dgm:pt modelId="{A0606D94-75A2-4F5D-B9DC-BF6B890BBD6D}" type="parTrans" cxnId="{3D74C0BD-360B-41C0-BA9B-93F0675EE5F2}">
      <dgm:prSet/>
      <dgm:spPr/>
      <dgm:t>
        <a:bodyPr/>
        <a:lstStyle/>
        <a:p>
          <a:endParaRPr lang="ru-RU"/>
        </a:p>
      </dgm:t>
    </dgm:pt>
    <dgm:pt modelId="{707EA24C-71C0-48DA-8C5F-52D402AA2117}" type="sibTrans" cxnId="{3D74C0BD-360B-41C0-BA9B-93F0675EE5F2}">
      <dgm:prSet/>
      <dgm:spPr/>
      <dgm:t>
        <a:bodyPr/>
        <a:lstStyle/>
        <a:p>
          <a:endParaRPr lang="ru-RU"/>
        </a:p>
      </dgm:t>
    </dgm:pt>
    <dgm:pt modelId="{AA20472A-F8EC-4521-93AC-83743CBB487F}" type="pres">
      <dgm:prSet presAssocID="{160400DF-4A31-4FB6-BC87-5B12519C1B2E}" presName="linear" presStyleCnt="0">
        <dgm:presLayoutVars>
          <dgm:dir/>
          <dgm:animLvl val="lvl"/>
          <dgm:resizeHandles val="exact"/>
        </dgm:presLayoutVars>
      </dgm:prSet>
      <dgm:spPr/>
    </dgm:pt>
    <dgm:pt modelId="{7CFD44DF-D997-464E-9461-15561DB92DC7}" type="pres">
      <dgm:prSet presAssocID="{A0AA0BA6-CFF7-4719-BB77-203117947888}" presName="parentLin" presStyleCnt="0"/>
      <dgm:spPr/>
    </dgm:pt>
    <dgm:pt modelId="{F7D4A064-7F4C-4009-BC48-C37F5D3A0E49}" type="pres">
      <dgm:prSet presAssocID="{A0AA0BA6-CFF7-4719-BB77-203117947888}" presName="parentLeftMargin" presStyleLbl="node1" presStyleIdx="0" presStyleCnt="2"/>
      <dgm:spPr/>
    </dgm:pt>
    <dgm:pt modelId="{906B1772-E6D3-4F8C-B4AB-0299D17D459B}" type="pres">
      <dgm:prSet presAssocID="{A0AA0BA6-CFF7-4719-BB77-20311794788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365452-4C54-4785-B448-C037D87CA58D}" type="pres">
      <dgm:prSet presAssocID="{A0AA0BA6-CFF7-4719-BB77-203117947888}" presName="negativeSpace" presStyleCnt="0"/>
      <dgm:spPr/>
    </dgm:pt>
    <dgm:pt modelId="{7CE3150B-B46B-4B2D-8519-7D403384FD66}" type="pres">
      <dgm:prSet presAssocID="{A0AA0BA6-CFF7-4719-BB77-203117947888}" presName="childText" presStyleLbl="conFgAcc1" presStyleIdx="0" presStyleCnt="2">
        <dgm:presLayoutVars>
          <dgm:bulletEnabled val="1"/>
        </dgm:presLayoutVars>
      </dgm:prSet>
      <dgm:spPr/>
    </dgm:pt>
    <dgm:pt modelId="{F3CD5C97-8254-491E-BC04-2691E389B82F}" type="pres">
      <dgm:prSet presAssocID="{6F87262B-ECAE-4858-B7DD-45CDD4DE9DC3}" presName="spaceBetweenRectangles" presStyleCnt="0"/>
      <dgm:spPr/>
    </dgm:pt>
    <dgm:pt modelId="{D50357C7-FA5C-4EE3-9BD7-34AADDBCC9EF}" type="pres">
      <dgm:prSet presAssocID="{A992B96B-01D6-41CE-BC8B-99D60DFE25CC}" presName="parentLin" presStyleCnt="0"/>
      <dgm:spPr/>
    </dgm:pt>
    <dgm:pt modelId="{612F35AC-E6E3-4CB6-ADD3-65A76A6351C1}" type="pres">
      <dgm:prSet presAssocID="{A992B96B-01D6-41CE-BC8B-99D60DFE25CC}" presName="parentLeftMargin" presStyleLbl="node1" presStyleIdx="0" presStyleCnt="2"/>
      <dgm:spPr/>
    </dgm:pt>
    <dgm:pt modelId="{90CCAB11-1EB4-42D6-959F-8723012AC5B6}" type="pres">
      <dgm:prSet presAssocID="{A992B96B-01D6-41CE-BC8B-99D60DFE25C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1E5ABC-522C-44C6-ACB6-12ED4EAAE65C}" type="pres">
      <dgm:prSet presAssocID="{A992B96B-01D6-41CE-BC8B-99D60DFE25CC}" presName="negativeSpace" presStyleCnt="0"/>
      <dgm:spPr/>
    </dgm:pt>
    <dgm:pt modelId="{E6ACEAB7-53ED-483C-8567-FF1D953079A2}" type="pres">
      <dgm:prSet presAssocID="{A992B96B-01D6-41CE-BC8B-99D60DFE25C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66F5E09-5C33-4249-AA9F-FE36CE45D70E}" srcId="{160400DF-4A31-4FB6-BC87-5B12519C1B2E}" destId="{A0AA0BA6-CFF7-4719-BB77-203117947888}" srcOrd="0" destOrd="0" parTransId="{ED4E27FE-D769-42D6-9560-BB0918174825}" sibTransId="{6F87262B-ECAE-4858-B7DD-45CDD4DE9DC3}"/>
    <dgm:cxn modelId="{F3C23417-8E44-4A65-B1D3-FF18327AD9E6}" type="presOf" srcId="{A0AA0BA6-CFF7-4719-BB77-203117947888}" destId="{F7D4A064-7F4C-4009-BC48-C37F5D3A0E49}" srcOrd="0" destOrd="0" presId="urn:microsoft.com/office/officeart/2005/8/layout/list1"/>
    <dgm:cxn modelId="{B3C05317-DFB9-4329-A296-C07EC67015DC}" type="presOf" srcId="{A992B96B-01D6-41CE-BC8B-99D60DFE25CC}" destId="{90CCAB11-1EB4-42D6-959F-8723012AC5B6}" srcOrd="1" destOrd="0" presId="urn:microsoft.com/office/officeart/2005/8/layout/list1"/>
    <dgm:cxn modelId="{A9FF3F18-16A8-48BE-80A7-D924F990FFFC}" type="presOf" srcId="{160400DF-4A31-4FB6-BC87-5B12519C1B2E}" destId="{AA20472A-F8EC-4521-93AC-83743CBB487F}" srcOrd="0" destOrd="0" presId="urn:microsoft.com/office/officeart/2005/8/layout/list1"/>
    <dgm:cxn modelId="{F0F87325-F3D8-4FF2-80C1-9D421D1A2F55}" srcId="{160400DF-4A31-4FB6-BC87-5B12519C1B2E}" destId="{A992B96B-01D6-41CE-BC8B-99D60DFE25CC}" srcOrd="1" destOrd="0" parTransId="{13F99D50-13FC-4801-A08C-EFAFE2172072}" sibTransId="{31F75668-7052-4ED7-94E8-50CB38374F43}"/>
    <dgm:cxn modelId="{2D8B5430-E128-4A89-BFF6-024313C96D9C}" type="presOf" srcId="{A992B96B-01D6-41CE-BC8B-99D60DFE25CC}" destId="{612F35AC-E6E3-4CB6-ADD3-65A76A6351C1}" srcOrd="0" destOrd="0" presId="urn:microsoft.com/office/officeart/2005/8/layout/list1"/>
    <dgm:cxn modelId="{1BD3996C-1F49-44C1-A002-078160EE86BE}" type="presOf" srcId="{A0AA0BA6-CFF7-4719-BB77-203117947888}" destId="{906B1772-E6D3-4F8C-B4AB-0299D17D459B}" srcOrd="1" destOrd="0" presId="urn:microsoft.com/office/officeart/2005/8/layout/list1"/>
    <dgm:cxn modelId="{B28E5EB6-441F-46C3-B7F1-4FB5ED13EEE6}" srcId="{A992B96B-01D6-41CE-BC8B-99D60DFE25CC}" destId="{AD881015-FC22-41F6-BBD6-BCB3D0BBE5B9}" srcOrd="0" destOrd="0" parTransId="{856C5031-92EF-4C9B-87D3-3F5AA804F95B}" sibTransId="{DE14AA34-F26B-43FC-8B91-B8E65FBDEB80}"/>
    <dgm:cxn modelId="{41F77CB9-66A3-4C4E-A43E-C2673FC05E62}" srcId="{A0AA0BA6-CFF7-4719-BB77-203117947888}" destId="{1B183E17-F459-486A-ABCF-6C56AAA732B3}" srcOrd="0" destOrd="0" parTransId="{D5A8ADC5-8BB8-47F9-B5EE-6419EC3BB843}" sibTransId="{4B527029-9D14-4D9A-862B-CA22DBA1C4AD}"/>
    <dgm:cxn modelId="{3D74C0BD-360B-41C0-BA9B-93F0675EE5F2}" srcId="{A0AA0BA6-CFF7-4719-BB77-203117947888}" destId="{5D74EBBA-C12C-471C-8FE3-4970A65E406D}" srcOrd="1" destOrd="0" parTransId="{A0606D94-75A2-4F5D-B9DC-BF6B890BBD6D}" sibTransId="{707EA24C-71C0-48DA-8C5F-52D402AA2117}"/>
    <dgm:cxn modelId="{E9CF26C2-4023-4F42-A7A4-4776CBC25A2A}" type="presOf" srcId="{5D74EBBA-C12C-471C-8FE3-4970A65E406D}" destId="{7CE3150B-B46B-4B2D-8519-7D403384FD66}" srcOrd="0" destOrd="1" presId="urn:microsoft.com/office/officeart/2005/8/layout/list1"/>
    <dgm:cxn modelId="{2ADDFCCF-DEA2-48CF-8908-83DC3E8C9E2E}" type="presOf" srcId="{1B183E17-F459-486A-ABCF-6C56AAA732B3}" destId="{7CE3150B-B46B-4B2D-8519-7D403384FD66}" srcOrd="0" destOrd="0" presId="urn:microsoft.com/office/officeart/2005/8/layout/list1"/>
    <dgm:cxn modelId="{EFEA9BF9-0F21-4E37-9741-056A8750152D}" type="presOf" srcId="{AD881015-FC22-41F6-BBD6-BCB3D0BBE5B9}" destId="{E6ACEAB7-53ED-483C-8567-FF1D953079A2}" srcOrd="0" destOrd="0" presId="urn:microsoft.com/office/officeart/2005/8/layout/list1"/>
    <dgm:cxn modelId="{11A15214-79F4-4BDB-80AD-85273B6E52D4}" type="presParOf" srcId="{AA20472A-F8EC-4521-93AC-83743CBB487F}" destId="{7CFD44DF-D997-464E-9461-15561DB92DC7}" srcOrd="0" destOrd="0" presId="urn:microsoft.com/office/officeart/2005/8/layout/list1"/>
    <dgm:cxn modelId="{AC8D1B3D-3C13-4557-A829-AD5B2F8EACB4}" type="presParOf" srcId="{7CFD44DF-D997-464E-9461-15561DB92DC7}" destId="{F7D4A064-7F4C-4009-BC48-C37F5D3A0E49}" srcOrd="0" destOrd="0" presId="urn:microsoft.com/office/officeart/2005/8/layout/list1"/>
    <dgm:cxn modelId="{875799D0-D36C-4D18-913C-9E70B09AA5C6}" type="presParOf" srcId="{7CFD44DF-D997-464E-9461-15561DB92DC7}" destId="{906B1772-E6D3-4F8C-B4AB-0299D17D459B}" srcOrd="1" destOrd="0" presId="urn:microsoft.com/office/officeart/2005/8/layout/list1"/>
    <dgm:cxn modelId="{50E993E6-E6A5-4485-9A0B-FC5AA11A980B}" type="presParOf" srcId="{AA20472A-F8EC-4521-93AC-83743CBB487F}" destId="{48365452-4C54-4785-B448-C037D87CA58D}" srcOrd="1" destOrd="0" presId="urn:microsoft.com/office/officeart/2005/8/layout/list1"/>
    <dgm:cxn modelId="{3EAAEE9B-EF18-4AB8-A72A-7A39745ED0BD}" type="presParOf" srcId="{AA20472A-F8EC-4521-93AC-83743CBB487F}" destId="{7CE3150B-B46B-4B2D-8519-7D403384FD66}" srcOrd="2" destOrd="0" presId="urn:microsoft.com/office/officeart/2005/8/layout/list1"/>
    <dgm:cxn modelId="{7A78E33E-A549-4F41-A053-78D7C7331B99}" type="presParOf" srcId="{AA20472A-F8EC-4521-93AC-83743CBB487F}" destId="{F3CD5C97-8254-491E-BC04-2691E389B82F}" srcOrd="3" destOrd="0" presId="urn:microsoft.com/office/officeart/2005/8/layout/list1"/>
    <dgm:cxn modelId="{E21677A3-2137-41FE-ADDF-24AA2AE5D0A8}" type="presParOf" srcId="{AA20472A-F8EC-4521-93AC-83743CBB487F}" destId="{D50357C7-FA5C-4EE3-9BD7-34AADDBCC9EF}" srcOrd="4" destOrd="0" presId="urn:microsoft.com/office/officeart/2005/8/layout/list1"/>
    <dgm:cxn modelId="{953F2055-4473-45B9-A0AC-F8BEF2D660F9}" type="presParOf" srcId="{D50357C7-FA5C-4EE3-9BD7-34AADDBCC9EF}" destId="{612F35AC-E6E3-4CB6-ADD3-65A76A6351C1}" srcOrd="0" destOrd="0" presId="urn:microsoft.com/office/officeart/2005/8/layout/list1"/>
    <dgm:cxn modelId="{0218B993-9E80-4D7D-8888-4C0EA28FECA7}" type="presParOf" srcId="{D50357C7-FA5C-4EE3-9BD7-34AADDBCC9EF}" destId="{90CCAB11-1EB4-42D6-959F-8723012AC5B6}" srcOrd="1" destOrd="0" presId="urn:microsoft.com/office/officeart/2005/8/layout/list1"/>
    <dgm:cxn modelId="{FBC063CD-385B-4C1A-A8DF-FF121F7994AA}" type="presParOf" srcId="{AA20472A-F8EC-4521-93AC-83743CBB487F}" destId="{4D1E5ABC-522C-44C6-ACB6-12ED4EAAE65C}" srcOrd="5" destOrd="0" presId="urn:microsoft.com/office/officeart/2005/8/layout/list1"/>
    <dgm:cxn modelId="{531A11B4-9DA8-43C9-A9BA-DE7CA6CF744D}" type="presParOf" srcId="{AA20472A-F8EC-4521-93AC-83743CBB487F}" destId="{E6ACEAB7-53ED-483C-8567-FF1D953079A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597CC4-B62E-4903-A7EC-1B6B9E87D82A}" type="doc">
      <dgm:prSet loTypeId="urn:microsoft.com/office/officeart/2008/layout/AlternatingPictureCircl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69E2582-DD1B-443F-9D43-AEF79DB420DC}">
      <dgm:prSet phldrT="[Текст]" phldr="0"/>
      <dgm:spPr/>
      <dgm:t>
        <a:bodyPr/>
        <a:lstStyle/>
        <a:p>
          <a:r>
            <a:rPr lang="ru-RU" dirty="0" err="1"/>
            <a:t>Трейн</a:t>
          </a:r>
          <a:r>
            <a:rPr lang="ru-RU" dirty="0"/>
            <a:t>/</a:t>
          </a:r>
        </a:p>
        <a:p>
          <a:r>
            <a:rPr lang="ru-RU"/>
            <a:t>тест</a:t>
          </a:r>
          <a:endParaRPr lang="ru-RU" dirty="0"/>
        </a:p>
      </dgm:t>
    </dgm:pt>
    <dgm:pt modelId="{8B1C47C8-7E49-4435-8B0E-7229DC735529}" type="parTrans" cxnId="{1E0D7F79-DDD5-4DB7-B660-4E193DCB7A61}">
      <dgm:prSet/>
      <dgm:spPr/>
      <dgm:t>
        <a:bodyPr/>
        <a:lstStyle/>
        <a:p>
          <a:endParaRPr lang="ru-RU"/>
        </a:p>
      </dgm:t>
    </dgm:pt>
    <dgm:pt modelId="{8D3432CD-F25A-40E9-9B9F-7EA1A390D06C}" type="sibTrans" cxnId="{1E0D7F79-DDD5-4DB7-B660-4E193DCB7A61}">
      <dgm:prSet/>
      <dgm:spPr/>
      <dgm:t>
        <a:bodyPr/>
        <a:lstStyle/>
        <a:p>
          <a:endParaRPr lang="ru-RU"/>
        </a:p>
      </dgm:t>
    </dgm:pt>
    <dgm:pt modelId="{9AB95F92-C5B8-4DBB-A559-AC72EDAAC9AF}">
      <dgm:prSet phldrT="[Текст]" phldr="0"/>
      <dgm:spPr/>
      <dgm:t>
        <a:bodyPr/>
        <a:lstStyle/>
        <a:p>
          <a:r>
            <a:rPr lang="ru-RU" dirty="0"/>
            <a:t>Дата</a:t>
          </a:r>
        </a:p>
        <a:p>
          <a:r>
            <a:rPr lang="ru-RU" dirty="0" err="1"/>
            <a:t>лоадер</a:t>
          </a:r>
          <a:endParaRPr lang="ru-RU" dirty="0"/>
        </a:p>
      </dgm:t>
    </dgm:pt>
    <dgm:pt modelId="{85BF31E0-F2B1-4226-83D7-A97B8DD09DF0}" type="parTrans" cxnId="{F8EEAF4E-15CC-4659-B3A7-2780CB96294C}">
      <dgm:prSet/>
      <dgm:spPr/>
      <dgm:t>
        <a:bodyPr/>
        <a:lstStyle/>
        <a:p>
          <a:endParaRPr lang="ru-RU"/>
        </a:p>
      </dgm:t>
    </dgm:pt>
    <dgm:pt modelId="{18601301-C0D4-435E-B558-A5140B7415EA}" type="sibTrans" cxnId="{F8EEAF4E-15CC-4659-B3A7-2780CB96294C}">
      <dgm:prSet/>
      <dgm:spPr/>
      <dgm:t>
        <a:bodyPr/>
        <a:lstStyle/>
        <a:p>
          <a:endParaRPr lang="ru-RU"/>
        </a:p>
      </dgm:t>
    </dgm:pt>
    <dgm:pt modelId="{5A8CEF49-5D29-4475-8D16-A1DA9A5BD077}">
      <dgm:prSet phldrT="[Текст]" phldr="0"/>
      <dgm:spPr/>
      <dgm:t>
        <a:bodyPr/>
        <a:lstStyle/>
        <a:p>
          <a:r>
            <a:rPr lang="ru-RU" dirty="0"/>
            <a:t>Энкодер</a:t>
          </a:r>
        </a:p>
      </dgm:t>
    </dgm:pt>
    <dgm:pt modelId="{7830422F-D6F5-45E6-B7A6-818E9F56617C}" type="parTrans" cxnId="{6E60A742-E42F-4B5D-9C0B-D2B0619FE68D}">
      <dgm:prSet/>
      <dgm:spPr/>
      <dgm:t>
        <a:bodyPr/>
        <a:lstStyle/>
        <a:p>
          <a:endParaRPr lang="ru-RU"/>
        </a:p>
      </dgm:t>
    </dgm:pt>
    <dgm:pt modelId="{7AAA8F29-A236-455B-B41C-70368465F932}" type="sibTrans" cxnId="{6E60A742-E42F-4B5D-9C0B-D2B0619FE68D}">
      <dgm:prSet/>
      <dgm:spPr/>
      <dgm:t>
        <a:bodyPr/>
        <a:lstStyle/>
        <a:p>
          <a:endParaRPr lang="ru-RU"/>
        </a:p>
      </dgm:t>
    </dgm:pt>
    <dgm:pt modelId="{2679076B-FB9B-4A53-8EE0-2104FD1ECE4F}" type="pres">
      <dgm:prSet presAssocID="{46597CC4-B62E-4903-A7EC-1B6B9E87D82A}" presName="Name0" presStyleCnt="0">
        <dgm:presLayoutVars>
          <dgm:chMax/>
          <dgm:chPref/>
          <dgm:dir/>
        </dgm:presLayoutVars>
      </dgm:prSet>
      <dgm:spPr/>
    </dgm:pt>
    <dgm:pt modelId="{C42282F4-9501-4B69-B515-6791411AA933}" type="pres">
      <dgm:prSet presAssocID="{769E2582-DD1B-443F-9D43-AEF79DB420DC}" presName="composite" presStyleCnt="0"/>
      <dgm:spPr/>
    </dgm:pt>
    <dgm:pt modelId="{57B2C22F-58FC-4D4E-B68A-9D501DBB0109}" type="pres">
      <dgm:prSet presAssocID="{769E2582-DD1B-443F-9D43-AEF79DB420DC}" presName="Accent" presStyleLbl="alignNode1" presStyleIdx="0" presStyleCnt="5">
        <dgm:presLayoutVars>
          <dgm:chMax val="0"/>
          <dgm:chPref val="0"/>
        </dgm:presLayoutVars>
      </dgm:prSet>
      <dgm:spPr/>
    </dgm:pt>
    <dgm:pt modelId="{B61AF8E2-4636-477F-82A5-D02775CCBCBF}" type="pres">
      <dgm:prSet presAssocID="{769E2582-DD1B-443F-9D43-AEF79DB420DC}" presName="Image" presStyleLbl="bgImgPlace1" presStyleIdx="0" presStyleCnt="3">
        <dgm:presLayoutVars>
          <dgm:chMax val="0"/>
          <dgm:chPref val="0"/>
          <dgm:bulletEnabled val="1"/>
        </dgm:presLayoutVars>
      </dgm:prSet>
      <dgm:spPr>
        <a:solidFill>
          <a:schemeClr val="bg1"/>
        </a:solidFill>
      </dgm:spPr>
    </dgm:pt>
    <dgm:pt modelId="{3528EE58-120F-4E96-9E86-529DE900EE81}" type="pres">
      <dgm:prSet presAssocID="{769E2582-DD1B-443F-9D43-AEF79DB420DC}" presName="Parent" presStyleLbl="fgAccFollowNode1" presStyleIdx="0" presStyleCnt="3">
        <dgm:presLayoutVars>
          <dgm:chMax val="0"/>
          <dgm:chPref val="0"/>
          <dgm:bulletEnabled val="1"/>
        </dgm:presLayoutVars>
      </dgm:prSet>
      <dgm:spPr/>
    </dgm:pt>
    <dgm:pt modelId="{8E6C84F8-7AD3-40AE-BA7C-59830EDB7827}" type="pres">
      <dgm:prSet presAssocID="{769E2582-DD1B-443F-9D43-AEF79DB420DC}" presName="Space" presStyleCnt="0">
        <dgm:presLayoutVars>
          <dgm:chMax val="0"/>
          <dgm:chPref val="0"/>
        </dgm:presLayoutVars>
      </dgm:prSet>
      <dgm:spPr/>
    </dgm:pt>
    <dgm:pt modelId="{0FA21CCB-4031-4202-BF28-4D7FAAFDAA94}" type="pres">
      <dgm:prSet presAssocID="{8D3432CD-F25A-40E9-9B9F-7EA1A390D06C}" presName="ConnectorComposite" presStyleCnt="0"/>
      <dgm:spPr/>
    </dgm:pt>
    <dgm:pt modelId="{A578C1D1-E3D0-4264-91DD-847932F60389}" type="pres">
      <dgm:prSet presAssocID="{8D3432CD-F25A-40E9-9B9F-7EA1A390D06C}" presName="TopSpacing" presStyleCnt="0"/>
      <dgm:spPr/>
    </dgm:pt>
    <dgm:pt modelId="{5CADEF79-4870-4901-9FA1-B8FFED47FA03}" type="pres">
      <dgm:prSet presAssocID="{8D3432CD-F25A-40E9-9B9F-7EA1A390D06C}" presName="Connector" presStyleLbl="alignNode1" presStyleIdx="1" presStyleCnt="5"/>
      <dgm:spPr/>
    </dgm:pt>
    <dgm:pt modelId="{E6A4BDFB-B5C4-4DF5-9A08-FF92FE363C3D}" type="pres">
      <dgm:prSet presAssocID="{8D3432CD-F25A-40E9-9B9F-7EA1A390D06C}" presName="BottomSpacing" presStyleCnt="0"/>
      <dgm:spPr/>
    </dgm:pt>
    <dgm:pt modelId="{C47C4040-5F31-40B0-938A-4C911C4BDBEF}" type="pres">
      <dgm:prSet presAssocID="{5A8CEF49-5D29-4475-8D16-A1DA9A5BD077}" presName="composite" presStyleCnt="0"/>
      <dgm:spPr/>
    </dgm:pt>
    <dgm:pt modelId="{F49E8969-0BF5-497E-8EC6-6727EE404AE3}" type="pres">
      <dgm:prSet presAssocID="{5A8CEF49-5D29-4475-8D16-A1DA9A5BD077}" presName="Accent" presStyleLbl="alignNode1" presStyleIdx="2" presStyleCnt="5">
        <dgm:presLayoutVars>
          <dgm:chMax val="0"/>
          <dgm:chPref val="0"/>
        </dgm:presLayoutVars>
      </dgm:prSet>
      <dgm:spPr/>
    </dgm:pt>
    <dgm:pt modelId="{BE1B1F61-E257-4364-80E5-443A252F7EB7}" type="pres">
      <dgm:prSet presAssocID="{5A8CEF49-5D29-4475-8D16-A1DA9A5BD077}" presName="Image" presStyleLbl="bgImgPlace1" presStyleIdx="1" presStyleCnt="3" custLinFactX="-39735" custLinFactNeighborX="-100000" custLinFactNeighborY="3751">
        <dgm:presLayoutVars>
          <dgm:chMax val="0"/>
          <dgm:chPref val="0"/>
          <dgm:bulletEnabled val="1"/>
        </dgm:presLayoutVars>
      </dgm:prSet>
      <dgm:spPr>
        <a:solidFill>
          <a:schemeClr val="bg1"/>
        </a:solidFill>
      </dgm:spPr>
    </dgm:pt>
    <dgm:pt modelId="{8518C02A-1635-4322-A318-C9BB98AB55F4}" type="pres">
      <dgm:prSet presAssocID="{5A8CEF49-5D29-4475-8D16-A1DA9A5BD077}" presName="Parent" presStyleLbl="fgAccFollowNode1" presStyleIdx="1" presStyleCnt="3">
        <dgm:presLayoutVars>
          <dgm:chMax val="0"/>
          <dgm:chPref val="0"/>
          <dgm:bulletEnabled val="1"/>
        </dgm:presLayoutVars>
      </dgm:prSet>
      <dgm:spPr/>
    </dgm:pt>
    <dgm:pt modelId="{04EB9A08-C52A-4C18-B5DA-BA50CD058639}" type="pres">
      <dgm:prSet presAssocID="{5A8CEF49-5D29-4475-8D16-A1DA9A5BD077}" presName="Space" presStyleCnt="0">
        <dgm:presLayoutVars>
          <dgm:chMax val="0"/>
          <dgm:chPref val="0"/>
        </dgm:presLayoutVars>
      </dgm:prSet>
      <dgm:spPr/>
    </dgm:pt>
    <dgm:pt modelId="{367210DD-2078-4544-A27D-B264A8575719}" type="pres">
      <dgm:prSet presAssocID="{7AAA8F29-A236-455B-B41C-70368465F932}" presName="ConnectorComposite" presStyleCnt="0"/>
      <dgm:spPr/>
    </dgm:pt>
    <dgm:pt modelId="{1F177C5A-58F1-4CCD-A581-2E6151E9205C}" type="pres">
      <dgm:prSet presAssocID="{7AAA8F29-A236-455B-B41C-70368465F932}" presName="TopSpacing" presStyleCnt="0"/>
      <dgm:spPr/>
    </dgm:pt>
    <dgm:pt modelId="{0817EB8A-7043-4962-AD4D-15081D1ADDFB}" type="pres">
      <dgm:prSet presAssocID="{7AAA8F29-A236-455B-B41C-70368465F932}" presName="Connector" presStyleLbl="alignNode1" presStyleIdx="3" presStyleCnt="5"/>
      <dgm:spPr/>
    </dgm:pt>
    <dgm:pt modelId="{1F668C68-3E95-4AF7-B7E3-B1FEC9A9D2D7}" type="pres">
      <dgm:prSet presAssocID="{7AAA8F29-A236-455B-B41C-70368465F932}" presName="BottomSpacing" presStyleCnt="0"/>
      <dgm:spPr/>
    </dgm:pt>
    <dgm:pt modelId="{DE6D8DD6-ECC6-4B97-AB16-7C817F054942}" type="pres">
      <dgm:prSet presAssocID="{9AB95F92-C5B8-4DBB-A559-AC72EDAAC9AF}" presName="composite" presStyleCnt="0"/>
      <dgm:spPr/>
    </dgm:pt>
    <dgm:pt modelId="{D6C2AD78-87F1-475B-B720-E3154FB1E497}" type="pres">
      <dgm:prSet presAssocID="{9AB95F92-C5B8-4DBB-A559-AC72EDAAC9AF}" presName="Accent" presStyleLbl="alignNode1" presStyleIdx="4" presStyleCnt="5">
        <dgm:presLayoutVars>
          <dgm:chMax val="0"/>
          <dgm:chPref val="0"/>
        </dgm:presLayoutVars>
      </dgm:prSet>
      <dgm:spPr/>
    </dgm:pt>
    <dgm:pt modelId="{8FC2B15A-C326-45B1-A2A4-BA8AED2B6CBF}" type="pres">
      <dgm:prSet presAssocID="{9AB95F92-C5B8-4DBB-A559-AC72EDAAC9AF}" presName="Image" presStyleLbl="bgImgPlace1" presStyleIdx="2" presStyleCnt="3">
        <dgm:presLayoutVars>
          <dgm:chMax val="0"/>
          <dgm:chPref val="0"/>
          <dgm:bulletEnabled val="1"/>
        </dgm:presLayoutVars>
      </dgm:prSet>
      <dgm:spPr>
        <a:solidFill>
          <a:schemeClr val="bg1"/>
        </a:solidFill>
      </dgm:spPr>
    </dgm:pt>
    <dgm:pt modelId="{C2740862-E3F0-4509-8FC5-5CEA4BFB1CA8}" type="pres">
      <dgm:prSet presAssocID="{9AB95F92-C5B8-4DBB-A559-AC72EDAAC9AF}" presName="Parent" presStyleLbl="fgAccFollowNode1" presStyleIdx="2" presStyleCnt="3">
        <dgm:presLayoutVars>
          <dgm:chMax val="0"/>
          <dgm:chPref val="0"/>
          <dgm:bulletEnabled val="1"/>
        </dgm:presLayoutVars>
      </dgm:prSet>
      <dgm:spPr/>
    </dgm:pt>
    <dgm:pt modelId="{76AC82E8-8DFD-4339-BCD1-1A78A0972928}" type="pres">
      <dgm:prSet presAssocID="{9AB95F92-C5B8-4DBB-A559-AC72EDAAC9AF}" presName="Space" presStyleCnt="0">
        <dgm:presLayoutVars>
          <dgm:chMax val="0"/>
          <dgm:chPref val="0"/>
        </dgm:presLayoutVars>
      </dgm:prSet>
      <dgm:spPr/>
    </dgm:pt>
  </dgm:ptLst>
  <dgm:cxnLst>
    <dgm:cxn modelId="{06EACB1A-B084-4F20-A58E-A1A4C5822522}" type="presOf" srcId="{769E2582-DD1B-443F-9D43-AEF79DB420DC}" destId="{3528EE58-120F-4E96-9E86-529DE900EE81}" srcOrd="0" destOrd="0" presId="urn:microsoft.com/office/officeart/2008/layout/AlternatingPictureCircles"/>
    <dgm:cxn modelId="{6E60A742-E42F-4B5D-9C0B-D2B0619FE68D}" srcId="{46597CC4-B62E-4903-A7EC-1B6B9E87D82A}" destId="{5A8CEF49-5D29-4475-8D16-A1DA9A5BD077}" srcOrd="1" destOrd="0" parTransId="{7830422F-D6F5-45E6-B7A6-818E9F56617C}" sibTransId="{7AAA8F29-A236-455B-B41C-70368465F932}"/>
    <dgm:cxn modelId="{F8EEAF4E-15CC-4659-B3A7-2780CB96294C}" srcId="{46597CC4-B62E-4903-A7EC-1B6B9E87D82A}" destId="{9AB95F92-C5B8-4DBB-A559-AC72EDAAC9AF}" srcOrd="2" destOrd="0" parTransId="{85BF31E0-F2B1-4226-83D7-A97B8DD09DF0}" sibTransId="{18601301-C0D4-435E-B558-A5140B7415EA}"/>
    <dgm:cxn modelId="{1E0D7F79-DDD5-4DB7-B660-4E193DCB7A61}" srcId="{46597CC4-B62E-4903-A7EC-1B6B9E87D82A}" destId="{769E2582-DD1B-443F-9D43-AEF79DB420DC}" srcOrd="0" destOrd="0" parTransId="{8B1C47C8-7E49-4435-8B0E-7229DC735529}" sibTransId="{8D3432CD-F25A-40E9-9B9F-7EA1A390D06C}"/>
    <dgm:cxn modelId="{2C53E079-2FBA-4B47-979D-1D317D99193B}" type="presOf" srcId="{9AB95F92-C5B8-4DBB-A559-AC72EDAAC9AF}" destId="{C2740862-E3F0-4509-8FC5-5CEA4BFB1CA8}" srcOrd="0" destOrd="0" presId="urn:microsoft.com/office/officeart/2008/layout/AlternatingPictureCircles"/>
    <dgm:cxn modelId="{DE633A92-D9FD-4D0F-BB4B-17A24CD46306}" type="presOf" srcId="{46597CC4-B62E-4903-A7EC-1B6B9E87D82A}" destId="{2679076B-FB9B-4A53-8EE0-2104FD1ECE4F}" srcOrd="0" destOrd="0" presId="urn:microsoft.com/office/officeart/2008/layout/AlternatingPictureCircles"/>
    <dgm:cxn modelId="{37DF9EDF-415F-44A8-B06F-5B16BCE10707}" type="presOf" srcId="{5A8CEF49-5D29-4475-8D16-A1DA9A5BD077}" destId="{8518C02A-1635-4322-A318-C9BB98AB55F4}" srcOrd="0" destOrd="0" presId="urn:microsoft.com/office/officeart/2008/layout/AlternatingPictureCircles"/>
    <dgm:cxn modelId="{34963E93-5810-4DA2-8F4B-090678980889}" type="presParOf" srcId="{2679076B-FB9B-4A53-8EE0-2104FD1ECE4F}" destId="{C42282F4-9501-4B69-B515-6791411AA933}" srcOrd="0" destOrd="0" presId="urn:microsoft.com/office/officeart/2008/layout/AlternatingPictureCircles"/>
    <dgm:cxn modelId="{638817F1-BCD4-45A1-9F11-33DD13476E30}" type="presParOf" srcId="{C42282F4-9501-4B69-B515-6791411AA933}" destId="{57B2C22F-58FC-4D4E-B68A-9D501DBB0109}" srcOrd="0" destOrd="0" presId="urn:microsoft.com/office/officeart/2008/layout/AlternatingPictureCircles"/>
    <dgm:cxn modelId="{E51D3ABE-3BE6-470E-9C14-004E055D6D09}" type="presParOf" srcId="{C42282F4-9501-4B69-B515-6791411AA933}" destId="{B61AF8E2-4636-477F-82A5-D02775CCBCBF}" srcOrd="1" destOrd="0" presId="urn:microsoft.com/office/officeart/2008/layout/AlternatingPictureCircles"/>
    <dgm:cxn modelId="{809B8DAD-8599-41E6-ACDF-43E7ED50B55F}" type="presParOf" srcId="{C42282F4-9501-4B69-B515-6791411AA933}" destId="{3528EE58-120F-4E96-9E86-529DE900EE81}" srcOrd="2" destOrd="0" presId="urn:microsoft.com/office/officeart/2008/layout/AlternatingPictureCircles"/>
    <dgm:cxn modelId="{29141F02-2EE4-4235-8E4B-800F26A4C8D4}" type="presParOf" srcId="{C42282F4-9501-4B69-B515-6791411AA933}" destId="{8E6C84F8-7AD3-40AE-BA7C-59830EDB7827}" srcOrd="3" destOrd="0" presId="urn:microsoft.com/office/officeart/2008/layout/AlternatingPictureCircles"/>
    <dgm:cxn modelId="{D2BAF9B7-5A6B-49E1-A71A-6998E7AD5C77}" type="presParOf" srcId="{2679076B-FB9B-4A53-8EE0-2104FD1ECE4F}" destId="{0FA21CCB-4031-4202-BF28-4D7FAAFDAA94}" srcOrd="1" destOrd="0" presId="urn:microsoft.com/office/officeart/2008/layout/AlternatingPictureCircles"/>
    <dgm:cxn modelId="{7E46A2D5-5F36-4A42-9D8B-4364AAF36C2B}" type="presParOf" srcId="{0FA21CCB-4031-4202-BF28-4D7FAAFDAA94}" destId="{A578C1D1-E3D0-4264-91DD-847932F60389}" srcOrd="0" destOrd="0" presId="urn:microsoft.com/office/officeart/2008/layout/AlternatingPictureCircles"/>
    <dgm:cxn modelId="{8B745326-E453-4FD1-9F9B-8E2116EB5AFF}" type="presParOf" srcId="{0FA21CCB-4031-4202-BF28-4D7FAAFDAA94}" destId="{5CADEF79-4870-4901-9FA1-B8FFED47FA03}" srcOrd="1" destOrd="0" presId="urn:microsoft.com/office/officeart/2008/layout/AlternatingPictureCircles"/>
    <dgm:cxn modelId="{E5A8E7DE-4031-40F8-BF84-2DAC42B4B735}" type="presParOf" srcId="{0FA21CCB-4031-4202-BF28-4D7FAAFDAA94}" destId="{E6A4BDFB-B5C4-4DF5-9A08-FF92FE363C3D}" srcOrd="2" destOrd="0" presId="urn:microsoft.com/office/officeart/2008/layout/AlternatingPictureCircles"/>
    <dgm:cxn modelId="{66157F05-7CCE-4364-9A9D-158CF1FC2662}" type="presParOf" srcId="{2679076B-FB9B-4A53-8EE0-2104FD1ECE4F}" destId="{C47C4040-5F31-40B0-938A-4C911C4BDBEF}" srcOrd="2" destOrd="0" presId="urn:microsoft.com/office/officeart/2008/layout/AlternatingPictureCircles"/>
    <dgm:cxn modelId="{A0B0965B-7165-408E-A286-BA0AA946184E}" type="presParOf" srcId="{C47C4040-5F31-40B0-938A-4C911C4BDBEF}" destId="{F49E8969-0BF5-497E-8EC6-6727EE404AE3}" srcOrd="0" destOrd="0" presId="urn:microsoft.com/office/officeart/2008/layout/AlternatingPictureCircles"/>
    <dgm:cxn modelId="{74326B59-F776-4F72-BF38-113840563A33}" type="presParOf" srcId="{C47C4040-5F31-40B0-938A-4C911C4BDBEF}" destId="{BE1B1F61-E257-4364-80E5-443A252F7EB7}" srcOrd="1" destOrd="0" presId="urn:microsoft.com/office/officeart/2008/layout/AlternatingPictureCircles"/>
    <dgm:cxn modelId="{2CF26049-D5CF-40F1-8E23-CFB88D1CD1DA}" type="presParOf" srcId="{C47C4040-5F31-40B0-938A-4C911C4BDBEF}" destId="{8518C02A-1635-4322-A318-C9BB98AB55F4}" srcOrd="2" destOrd="0" presId="urn:microsoft.com/office/officeart/2008/layout/AlternatingPictureCircles"/>
    <dgm:cxn modelId="{D97390B4-0B23-48BA-9285-C43DA5F1DF83}" type="presParOf" srcId="{C47C4040-5F31-40B0-938A-4C911C4BDBEF}" destId="{04EB9A08-C52A-4C18-B5DA-BA50CD058639}" srcOrd="3" destOrd="0" presId="urn:microsoft.com/office/officeart/2008/layout/AlternatingPictureCircles"/>
    <dgm:cxn modelId="{239EA3BB-B615-4770-ADB3-982CF23DC712}" type="presParOf" srcId="{2679076B-FB9B-4A53-8EE0-2104FD1ECE4F}" destId="{367210DD-2078-4544-A27D-B264A8575719}" srcOrd="3" destOrd="0" presId="urn:microsoft.com/office/officeart/2008/layout/AlternatingPictureCircles"/>
    <dgm:cxn modelId="{A9D47B3E-AC55-4A9B-BCBC-2E0EA010AAE9}" type="presParOf" srcId="{367210DD-2078-4544-A27D-B264A8575719}" destId="{1F177C5A-58F1-4CCD-A581-2E6151E9205C}" srcOrd="0" destOrd="0" presId="urn:microsoft.com/office/officeart/2008/layout/AlternatingPictureCircles"/>
    <dgm:cxn modelId="{F06921AE-61CE-461A-9D23-69E7298D1136}" type="presParOf" srcId="{367210DD-2078-4544-A27D-B264A8575719}" destId="{0817EB8A-7043-4962-AD4D-15081D1ADDFB}" srcOrd="1" destOrd="0" presId="urn:microsoft.com/office/officeart/2008/layout/AlternatingPictureCircles"/>
    <dgm:cxn modelId="{BB8122AC-693D-45E4-B3BF-5D75D102D1B2}" type="presParOf" srcId="{367210DD-2078-4544-A27D-B264A8575719}" destId="{1F668C68-3E95-4AF7-B7E3-B1FEC9A9D2D7}" srcOrd="2" destOrd="0" presId="urn:microsoft.com/office/officeart/2008/layout/AlternatingPictureCircles"/>
    <dgm:cxn modelId="{5DB8732E-BFDC-4DBB-B0BA-ABDAD880A461}" type="presParOf" srcId="{2679076B-FB9B-4A53-8EE0-2104FD1ECE4F}" destId="{DE6D8DD6-ECC6-4B97-AB16-7C817F054942}" srcOrd="4" destOrd="0" presId="urn:microsoft.com/office/officeart/2008/layout/AlternatingPictureCircles"/>
    <dgm:cxn modelId="{33D41528-1394-4863-A2E3-49F2DAAF7F8D}" type="presParOf" srcId="{DE6D8DD6-ECC6-4B97-AB16-7C817F054942}" destId="{D6C2AD78-87F1-475B-B720-E3154FB1E497}" srcOrd="0" destOrd="0" presId="urn:microsoft.com/office/officeart/2008/layout/AlternatingPictureCircles"/>
    <dgm:cxn modelId="{08A1D70F-9742-4268-82A9-33864C356A66}" type="presParOf" srcId="{DE6D8DD6-ECC6-4B97-AB16-7C817F054942}" destId="{8FC2B15A-C326-45B1-A2A4-BA8AED2B6CBF}" srcOrd="1" destOrd="0" presId="urn:microsoft.com/office/officeart/2008/layout/AlternatingPictureCircles"/>
    <dgm:cxn modelId="{F138913E-85C6-497D-946A-C170808E809C}" type="presParOf" srcId="{DE6D8DD6-ECC6-4B97-AB16-7C817F054942}" destId="{C2740862-E3F0-4509-8FC5-5CEA4BFB1CA8}" srcOrd="2" destOrd="0" presId="urn:microsoft.com/office/officeart/2008/layout/AlternatingPictureCircles"/>
    <dgm:cxn modelId="{10FDE761-3F0C-4B72-8A45-A559935ACC89}" type="presParOf" srcId="{DE6D8DD6-ECC6-4B97-AB16-7C817F054942}" destId="{76AC82E8-8DFD-4339-BCD1-1A78A0972928}" srcOrd="3" destOrd="0" presId="urn:microsoft.com/office/officeart/2008/layout/AlternatingPictureCircle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DE1309-4465-4843-B7F0-45AF7C155CD2}" type="doc">
      <dgm:prSet loTypeId="urn:microsoft.com/office/officeart/2005/8/layout/v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4F51DE3E-1BB5-4C54-A281-CDD3D93DE292}">
      <dgm:prSet phldrT="[Текст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2600" dirty="0"/>
            <a:t>Os  </a:t>
          </a:r>
          <a:r>
            <a:rPr lang="en-US" sz="2600" dirty="0" err="1"/>
            <a:t>BeautifulSoup</a:t>
          </a:r>
          <a:endParaRPr lang="ru-RU" sz="2600" dirty="0"/>
        </a:p>
      </dgm:t>
    </dgm:pt>
    <dgm:pt modelId="{CC5279F2-B176-4520-AF0F-761C82997EA3}" type="parTrans" cxnId="{CF5D32E0-15DF-4803-A6C4-81E2971471D4}">
      <dgm:prSet/>
      <dgm:spPr/>
      <dgm:t>
        <a:bodyPr/>
        <a:lstStyle/>
        <a:p>
          <a:endParaRPr lang="ru-RU"/>
        </a:p>
      </dgm:t>
    </dgm:pt>
    <dgm:pt modelId="{6DF979D6-CB2B-42DF-A39F-15E9F18B9736}" type="sibTrans" cxnId="{CF5D32E0-15DF-4803-A6C4-81E2971471D4}">
      <dgm:prSet/>
      <dgm:spPr/>
      <dgm:t>
        <a:bodyPr/>
        <a:lstStyle/>
        <a:p>
          <a:endParaRPr lang="ru-RU"/>
        </a:p>
      </dgm:t>
    </dgm:pt>
    <dgm:pt modelId="{3D40A674-029A-4E07-A80E-ECA4EA01DF36}">
      <dgm:prSet phldrT="[Текст]" phldr="0" custT="1"/>
      <dgm:spPr/>
      <dgm:t>
        <a:bodyPr/>
        <a:lstStyle/>
        <a:p>
          <a:r>
            <a:rPr lang="en-US" sz="2600" dirty="0"/>
            <a:t>Pandas  B</a:t>
          </a:r>
          <a:r>
            <a:rPr lang="nl-NL" sz="2600" b="0" dirty="0"/>
            <a:t>atched  </a:t>
          </a:r>
          <a:r>
            <a:rPr lang="en-US" sz="2600" dirty="0"/>
            <a:t>Re</a:t>
          </a:r>
        </a:p>
      </dgm:t>
    </dgm:pt>
    <dgm:pt modelId="{890492DD-83F3-4545-AE6C-0BA23FD07AFA}" type="parTrans" cxnId="{9660C905-4CCF-4A1B-B3FE-3E397B5E00EA}">
      <dgm:prSet/>
      <dgm:spPr/>
      <dgm:t>
        <a:bodyPr/>
        <a:lstStyle/>
        <a:p>
          <a:endParaRPr lang="ru-RU"/>
        </a:p>
      </dgm:t>
    </dgm:pt>
    <dgm:pt modelId="{964F6B91-43F6-4546-819A-98EFEC20B1A2}" type="sibTrans" cxnId="{9660C905-4CCF-4A1B-B3FE-3E397B5E00EA}">
      <dgm:prSet/>
      <dgm:spPr/>
      <dgm:t>
        <a:bodyPr/>
        <a:lstStyle/>
        <a:p>
          <a:endParaRPr lang="ru-RU"/>
        </a:p>
      </dgm:t>
    </dgm:pt>
    <dgm:pt modelId="{EC094B3A-951B-4A03-BE2D-4A11610E21F8}">
      <dgm:prSet phldrT="[Текст]" phldr="0" custT="1"/>
      <dgm:spPr/>
      <dgm:t>
        <a:bodyPr/>
        <a:lstStyle/>
        <a:p>
          <a:r>
            <a:rPr lang="en-US" sz="2600" dirty="0"/>
            <a:t>M</a:t>
          </a:r>
          <a:r>
            <a:rPr lang="nl-NL" sz="2600" b="0" dirty="0"/>
            <a:t>atplotlib  Seaborn  </a:t>
          </a:r>
          <a:r>
            <a:rPr lang="en-US" sz="2600" dirty="0" err="1"/>
            <a:t>Tqdm</a:t>
          </a:r>
          <a:endParaRPr lang="ru-RU" sz="2600" dirty="0"/>
        </a:p>
      </dgm:t>
    </dgm:pt>
    <dgm:pt modelId="{3D350995-9AA4-4E88-8F33-212EAA50E384}" type="parTrans" cxnId="{137D513D-C7C8-4304-8A87-7186C1066EF0}">
      <dgm:prSet/>
      <dgm:spPr/>
      <dgm:t>
        <a:bodyPr/>
        <a:lstStyle/>
        <a:p>
          <a:endParaRPr lang="ru-RU"/>
        </a:p>
      </dgm:t>
    </dgm:pt>
    <dgm:pt modelId="{C71E5FB3-A1FA-4AF8-B567-F5307606C9EF}" type="sibTrans" cxnId="{137D513D-C7C8-4304-8A87-7186C1066EF0}">
      <dgm:prSet/>
      <dgm:spPr/>
      <dgm:t>
        <a:bodyPr/>
        <a:lstStyle/>
        <a:p>
          <a:endParaRPr lang="ru-RU"/>
        </a:p>
      </dgm:t>
    </dgm:pt>
    <dgm:pt modelId="{FFA213FB-7882-4850-97BB-EFBB873C51B9}">
      <dgm:prSet phldrT="[Текст]" phldr="0" custT="1"/>
      <dgm:spPr/>
      <dgm:t>
        <a:bodyPr/>
        <a:lstStyle/>
        <a:p>
          <a:r>
            <a:rPr lang="en-US" sz="2600" dirty="0"/>
            <a:t>S</a:t>
          </a:r>
          <a:r>
            <a:rPr lang="nl-NL" sz="2600" b="0" dirty="0"/>
            <a:t>klearn  </a:t>
          </a:r>
          <a:r>
            <a:rPr lang="en-US" sz="2600" dirty="0" err="1"/>
            <a:t>Phik</a:t>
          </a:r>
          <a:endParaRPr lang="ru-RU" sz="2600" dirty="0"/>
        </a:p>
      </dgm:t>
    </dgm:pt>
    <dgm:pt modelId="{C732F3C8-F958-4B4C-A07A-1EBB96755373}" type="parTrans" cxnId="{86EED8B0-E149-4EE1-A378-3974BC039E8A}">
      <dgm:prSet/>
      <dgm:spPr/>
      <dgm:t>
        <a:bodyPr/>
        <a:lstStyle/>
        <a:p>
          <a:endParaRPr lang="ru-RU"/>
        </a:p>
      </dgm:t>
    </dgm:pt>
    <dgm:pt modelId="{74F25F0F-CCF1-4395-995C-7443078F3D7E}" type="sibTrans" cxnId="{86EED8B0-E149-4EE1-A378-3974BC039E8A}">
      <dgm:prSet/>
      <dgm:spPr/>
      <dgm:t>
        <a:bodyPr/>
        <a:lstStyle/>
        <a:p>
          <a:endParaRPr lang="ru-RU"/>
        </a:p>
      </dgm:t>
    </dgm:pt>
    <dgm:pt modelId="{53FD954D-4ABA-434B-81C3-A9A610302D40}">
      <dgm:prSet phldrT="[Текст]" phldr="0" custT="1"/>
      <dgm:spPr/>
      <dgm:t>
        <a:bodyPr/>
        <a:lstStyle/>
        <a:p>
          <a:r>
            <a:rPr lang="en-US" sz="2600" dirty="0"/>
            <a:t>T</a:t>
          </a:r>
          <a:r>
            <a:rPr lang="nl-NL" sz="2600" b="0" dirty="0"/>
            <a:t>orch  Transformers</a:t>
          </a:r>
          <a:endParaRPr lang="ru-RU" sz="2600" dirty="0"/>
        </a:p>
      </dgm:t>
    </dgm:pt>
    <dgm:pt modelId="{C27D46E0-97EF-4E50-8F8C-D273420A0443}" type="parTrans" cxnId="{55A3DB4E-0C00-41A1-AB95-A7CE9E548FB4}">
      <dgm:prSet/>
      <dgm:spPr/>
      <dgm:t>
        <a:bodyPr/>
        <a:lstStyle/>
        <a:p>
          <a:endParaRPr lang="ru-RU"/>
        </a:p>
      </dgm:t>
    </dgm:pt>
    <dgm:pt modelId="{F5E10182-3766-4F47-A2C7-C6F4EC552633}" type="sibTrans" cxnId="{55A3DB4E-0C00-41A1-AB95-A7CE9E548FB4}">
      <dgm:prSet/>
      <dgm:spPr/>
      <dgm:t>
        <a:bodyPr/>
        <a:lstStyle/>
        <a:p>
          <a:endParaRPr lang="ru-RU"/>
        </a:p>
      </dgm:t>
    </dgm:pt>
    <dgm:pt modelId="{1568DBE4-A32B-4FF4-9A16-0A2ECB4A35D6}">
      <dgm:prSet phldrT="[Текст]" phldr="0"/>
      <dgm:spPr/>
      <dgm:t>
        <a:bodyPr/>
        <a:lstStyle/>
        <a:p>
          <a:r>
            <a:rPr lang="en-US" dirty="0"/>
            <a:t>   Langdetect  </a:t>
          </a:r>
          <a:r>
            <a:rPr lang="nl-NL" b="0" dirty="0"/>
            <a:t>LanguageDetectorBuilder</a:t>
          </a:r>
          <a:endParaRPr lang="ru-RU" dirty="0"/>
        </a:p>
      </dgm:t>
    </dgm:pt>
    <dgm:pt modelId="{605E4229-409E-436F-BE9F-34642230B25D}" type="parTrans" cxnId="{65C2F1BF-7EED-45A2-8097-A2796086903F}">
      <dgm:prSet/>
      <dgm:spPr/>
      <dgm:t>
        <a:bodyPr/>
        <a:lstStyle/>
        <a:p>
          <a:endParaRPr lang="ru-RU"/>
        </a:p>
      </dgm:t>
    </dgm:pt>
    <dgm:pt modelId="{E8C63C93-AF43-4BB0-BB10-0009C236D5E3}" type="sibTrans" cxnId="{65C2F1BF-7EED-45A2-8097-A2796086903F}">
      <dgm:prSet/>
      <dgm:spPr/>
      <dgm:t>
        <a:bodyPr/>
        <a:lstStyle/>
        <a:p>
          <a:endParaRPr lang="ru-RU"/>
        </a:p>
      </dgm:t>
    </dgm:pt>
    <dgm:pt modelId="{72B01DD8-3980-4A6D-9332-BEE14E8D0F2D}" type="pres">
      <dgm:prSet presAssocID="{63DE1309-4465-4843-B7F0-45AF7C155CD2}" presName="linearFlow" presStyleCnt="0">
        <dgm:presLayoutVars>
          <dgm:dir/>
          <dgm:resizeHandles val="exact"/>
        </dgm:presLayoutVars>
      </dgm:prSet>
      <dgm:spPr/>
    </dgm:pt>
    <dgm:pt modelId="{9FF23C9C-2504-4D45-973F-90F060B7E3C0}" type="pres">
      <dgm:prSet presAssocID="{4F51DE3E-1BB5-4C54-A281-CDD3D93DE292}" presName="composite" presStyleCnt="0"/>
      <dgm:spPr/>
    </dgm:pt>
    <dgm:pt modelId="{6FDD8BDB-26F5-4B81-8B2E-098CF895D613}" type="pres">
      <dgm:prSet presAssocID="{4F51DE3E-1BB5-4C54-A281-CDD3D93DE292}" presName="imgShp" presStyleLbl="fgImgPlace1" presStyleIdx="0" presStyleCnt="6"/>
      <dgm:spPr/>
    </dgm:pt>
    <dgm:pt modelId="{C1065769-CFC5-431D-96A0-694FC4D4DB1A}" type="pres">
      <dgm:prSet presAssocID="{4F51DE3E-1BB5-4C54-A281-CDD3D93DE292}" presName="txShp" presStyleLbl="node1" presStyleIdx="0" presStyleCnt="6">
        <dgm:presLayoutVars>
          <dgm:bulletEnabled val="1"/>
        </dgm:presLayoutVars>
      </dgm:prSet>
      <dgm:spPr/>
    </dgm:pt>
    <dgm:pt modelId="{2C333A34-3EBF-4088-B282-0EDCF0E68A0C}" type="pres">
      <dgm:prSet presAssocID="{6DF979D6-CB2B-42DF-A39F-15E9F18B9736}" presName="spacing" presStyleCnt="0"/>
      <dgm:spPr/>
    </dgm:pt>
    <dgm:pt modelId="{A6E2BC6F-50B2-4B66-9670-C650A355CFC5}" type="pres">
      <dgm:prSet presAssocID="{3D40A674-029A-4E07-A80E-ECA4EA01DF36}" presName="composite" presStyleCnt="0"/>
      <dgm:spPr/>
    </dgm:pt>
    <dgm:pt modelId="{9D1A3CAA-6A34-4FBE-A843-45A08681EFFC}" type="pres">
      <dgm:prSet presAssocID="{3D40A674-029A-4E07-A80E-ECA4EA01DF36}" presName="imgShp" presStyleLbl="fgImgPlace1" presStyleIdx="1" presStyleCnt="6"/>
      <dgm:spPr/>
    </dgm:pt>
    <dgm:pt modelId="{A10DF984-B4BF-49F7-AD0E-032CD6129FA6}" type="pres">
      <dgm:prSet presAssocID="{3D40A674-029A-4E07-A80E-ECA4EA01DF36}" presName="txShp" presStyleLbl="node1" presStyleIdx="1" presStyleCnt="6">
        <dgm:presLayoutVars>
          <dgm:bulletEnabled val="1"/>
        </dgm:presLayoutVars>
      </dgm:prSet>
      <dgm:spPr/>
    </dgm:pt>
    <dgm:pt modelId="{67A1CC35-CA68-4313-996E-EAA5BBE802E4}" type="pres">
      <dgm:prSet presAssocID="{964F6B91-43F6-4546-819A-98EFEC20B1A2}" presName="spacing" presStyleCnt="0"/>
      <dgm:spPr/>
    </dgm:pt>
    <dgm:pt modelId="{3B6DFF70-9D69-4553-9BE6-8E1BFCF06E53}" type="pres">
      <dgm:prSet presAssocID="{EC094B3A-951B-4A03-BE2D-4A11610E21F8}" presName="composite" presStyleCnt="0"/>
      <dgm:spPr/>
    </dgm:pt>
    <dgm:pt modelId="{4F232C55-728A-4287-B2F5-A4CA668FEC49}" type="pres">
      <dgm:prSet presAssocID="{EC094B3A-951B-4A03-BE2D-4A11610E21F8}" presName="imgShp" presStyleLbl="fgImgPlace1" presStyleIdx="2" presStyleCnt="6"/>
      <dgm:spPr/>
    </dgm:pt>
    <dgm:pt modelId="{7FBA8F6F-C70D-40B6-A83A-A9CE49521C5E}" type="pres">
      <dgm:prSet presAssocID="{EC094B3A-951B-4A03-BE2D-4A11610E21F8}" presName="txShp" presStyleLbl="node1" presStyleIdx="2" presStyleCnt="6">
        <dgm:presLayoutVars>
          <dgm:bulletEnabled val="1"/>
        </dgm:presLayoutVars>
      </dgm:prSet>
      <dgm:spPr/>
    </dgm:pt>
    <dgm:pt modelId="{F8F14D90-08FE-4CE8-918D-106C6364F056}" type="pres">
      <dgm:prSet presAssocID="{C71E5FB3-A1FA-4AF8-B567-F5307606C9EF}" presName="spacing" presStyleCnt="0"/>
      <dgm:spPr/>
    </dgm:pt>
    <dgm:pt modelId="{483C70CE-1E6C-4658-BD0D-52C956C5E0A9}" type="pres">
      <dgm:prSet presAssocID="{FFA213FB-7882-4850-97BB-EFBB873C51B9}" presName="composite" presStyleCnt="0"/>
      <dgm:spPr/>
    </dgm:pt>
    <dgm:pt modelId="{8B620118-0197-4F3A-BBCA-B55C5EC32B40}" type="pres">
      <dgm:prSet presAssocID="{FFA213FB-7882-4850-97BB-EFBB873C51B9}" presName="imgShp" presStyleLbl="fgImgPlace1" presStyleIdx="3" presStyleCnt="6"/>
      <dgm:spPr/>
    </dgm:pt>
    <dgm:pt modelId="{95390343-0D3F-4F4C-A9E0-B98D115E0EAE}" type="pres">
      <dgm:prSet presAssocID="{FFA213FB-7882-4850-97BB-EFBB873C51B9}" presName="txShp" presStyleLbl="node1" presStyleIdx="3" presStyleCnt="6">
        <dgm:presLayoutVars>
          <dgm:bulletEnabled val="1"/>
        </dgm:presLayoutVars>
      </dgm:prSet>
      <dgm:spPr/>
    </dgm:pt>
    <dgm:pt modelId="{3F17BF74-7A35-458E-BB70-F85F17EF01B7}" type="pres">
      <dgm:prSet presAssocID="{74F25F0F-CCF1-4395-995C-7443078F3D7E}" presName="spacing" presStyleCnt="0"/>
      <dgm:spPr/>
    </dgm:pt>
    <dgm:pt modelId="{1FFF065D-06BB-4B95-8EAA-AF8DFFA98E63}" type="pres">
      <dgm:prSet presAssocID="{53FD954D-4ABA-434B-81C3-A9A610302D40}" presName="composite" presStyleCnt="0"/>
      <dgm:spPr/>
    </dgm:pt>
    <dgm:pt modelId="{2D26BB0A-0592-486F-86E1-710074A62920}" type="pres">
      <dgm:prSet presAssocID="{53FD954D-4ABA-434B-81C3-A9A610302D40}" presName="imgShp" presStyleLbl="fgImgPlace1" presStyleIdx="4" presStyleCnt="6"/>
      <dgm:spPr/>
    </dgm:pt>
    <dgm:pt modelId="{B0477A0E-DE81-46AE-9A18-E3525CF61481}" type="pres">
      <dgm:prSet presAssocID="{53FD954D-4ABA-434B-81C3-A9A610302D40}" presName="txShp" presStyleLbl="node1" presStyleIdx="4" presStyleCnt="6">
        <dgm:presLayoutVars>
          <dgm:bulletEnabled val="1"/>
        </dgm:presLayoutVars>
      </dgm:prSet>
      <dgm:spPr/>
    </dgm:pt>
    <dgm:pt modelId="{E4B488E5-2281-4090-82EE-9BAF888C8903}" type="pres">
      <dgm:prSet presAssocID="{F5E10182-3766-4F47-A2C7-C6F4EC552633}" presName="spacing" presStyleCnt="0"/>
      <dgm:spPr/>
    </dgm:pt>
    <dgm:pt modelId="{C12D58EE-823E-4996-9E18-3B5760E6661D}" type="pres">
      <dgm:prSet presAssocID="{1568DBE4-A32B-4FF4-9A16-0A2ECB4A35D6}" presName="composite" presStyleCnt="0"/>
      <dgm:spPr/>
    </dgm:pt>
    <dgm:pt modelId="{D4CF5DE6-377E-424B-98BF-5591E2151484}" type="pres">
      <dgm:prSet presAssocID="{1568DBE4-A32B-4FF4-9A16-0A2ECB4A35D6}" presName="imgShp" presStyleLbl="fgImgPlace1" presStyleIdx="5" presStyleCnt="6"/>
      <dgm:spPr/>
    </dgm:pt>
    <dgm:pt modelId="{ED48836F-5601-40BD-B476-414305F6425C}" type="pres">
      <dgm:prSet presAssocID="{1568DBE4-A32B-4FF4-9A16-0A2ECB4A35D6}" presName="txShp" presStyleLbl="node1" presStyleIdx="5" presStyleCnt="6">
        <dgm:presLayoutVars>
          <dgm:bulletEnabled val="1"/>
        </dgm:presLayoutVars>
      </dgm:prSet>
      <dgm:spPr/>
    </dgm:pt>
  </dgm:ptLst>
  <dgm:cxnLst>
    <dgm:cxn modelId="{9660C905-4CCF-4A1B-B3FE-3E397B5E00EA}" srcId="{63DE1309-4465-4843-B7F0-45AF7C155CD2}" destId="{3D40A674-029A-4E07-A80E-ECA4EA01DF36}" srcOrd="1" destOrd="0" parTransId="{890492DD-83F3-4545-AE6C-0BA23FD07AFA}" sibTransId="{964F6B91-43F6-4546-819A-98EFEC20B1A2}"/>
    <dgm:cxn modelId="{7160F11C-1CD4-40D2-9E89-09F3F932E136}" type="presOf" srcId="{53FD954D-4ABA-434B-81C3-A9A610302D40}" destId="{B0477A0E-DE81-46AE-9A18-E3525CF61481}" srcOrd="0" destOrd="0" presId="urn:microsoft.com/office/officeart/2005/8/layout/vList3"/>
    <dgm:cxn modelId="{498D762A-E3F9-434A-A3D0-44A0255DB68D}" type="presOf" srcId="{4F51DE3E-1BB5-4C54-A281-CDD3D93DE292}" destId="{C1065769-CFC5-431D-96A0-694FC4D4DB1A}" srcOrd="0" destOrd="0" presId="urn:microsoft.com/office/officeart/2005/8/layout/vList3"/>
    <dgm:cxn modelId="{137D513D-C7C8-4304-8A87-7186C1066EF0}" srcId="{63DE1309-4465-4843-B7F0-45AF7C155CD2}" destId="{EC094B3A-951B-4A03-BE2D-4A11610E21F8}" srcOrd="2" destOrd="0" parTransId="{3D350995-9AA4-4E88-8F33-212EAA50E384}" sibTransId="{C71E5FB3-A1FA-4AF8-B567-F5307606C9EF}"/>
    <dgm:cxn modelId="{EE82B169-CEF0-4B19-BEF3-B5E9BD7576D9}" type="presOf" srcId="{63DE1309-4465-4843-B7F0-45AF7C155CD2}" destId="{72B01DD8-3980-4A6D-9332-BEE14E8D0F2D}" srcOrd="0" destOrd="0" presId="urn:microsoft.com/office/officeart/2005/8/layout/vList3"/>
    <dgm:cxn modelId="{55A3DB4E-0C00-41A1-AB95-A7CE9E548FB4}" srcId="{63DE1309-4465-4843-B7F0-45AF7C155CD2}" destId="{53FD954D-4ABA-434B-81C3-A9A610302D40}" srcOrd="4" destOrd="0" parTransId="{C27D46E0-97EF-4E50-8F8C-D273420A0443}" sibTransId="{F5E10182-3766-4F47-A2C7-C6F4EC552633}"/>
    <dgm:cxn modelId="{C267F04F-5204-4CDF-A175-5FFFC0816206}" type="presOf" srcId="{1568DBE4-A32B-4FF4-9A16-0A2ECB4A35D6}" destId="{ED48836F-5601-40BD-B476-414305F6425C}" srcOrd="0" destOrd="0" presId="urn:microsoft.com/office/officeart/2005/8/layout/vList3"/>
    <dgm:cxn modelId="{967D7C5A-87AA-46E0-B6D3-D5D85FC595D7}" type="presOf" srcId="{EC094B3A-951B-4A03-BE2D-4A11610E21F8}" destId="{7FBA8F6F-C70D-40B6-A83A-A9CE49521C5E}" srcOrd="0" destOrd="0" presId="urn:microsoft.com/office/officeart/2005/8/layout/vList3"/>
    <dgm:cxn modelId="{E452A0A4-66EE-4022-8999-8F015A741534}" type="presOf" srcId="{3D40A674-029A-4E07-A80E-ECA4EA01DF36}" destId="{A10DF984-B4BF-49F7-AD0E-032CD6129FA6}" srcOrd="0" destOrd="0" presId="urn:microsoft.com/office/officeart/2005/8/layout/vList3"/>
    <dgm:cxn modelId="{86EED8B0-E149-4EE1-A378-3974BC039E8A}" srcId="{63DE1309-4465-4843-B7F0-45AF7C155CD2}" destId="{FFA213FB-7882-4850-97BB-EFBB873C51B9}" srcOrd="3" destOrd="0" parTransId="{C732F3C8-F958-4B4C-A07A-1EBB96755373}" sibTransId="{74F25F0F-CCF1-4395-995C-7443078F3D7E}"/>
    <dgm:cxn modelId="{F4DFCDB4-4600-4325-BD81-08C01E80127E}" type="presOf" srcId="{FFA213FB-7882-4850-97BB-EFBB873C51B9}" destId="{95390343-0D3F-4F4C-A9E0-B98D115E0EAE}" srcOrd="0" destOrd="0" presId="urn:microsoft.com/office/officeart/2005/8/layout/vList3"/>
    <dgm:cxn modelId="{65C2F1BF-7EED-45A2-8097-A2796086903F}" srcId="{63DE1309-4465-4843-B7F0-45AF7C155CD2}" destId="{1568DBE4-A32B-4FF4-9A16-0A2ECB4A35D6}" srcOrd="5" destOrd="0" parTransId="{605E4229-409E-436F-BE9F-34642230B25D}" sibTransId="{E8C63C93-AF43-4BB0-BB10-0009C236D5E3}"/>
    <dgm:cxn modelId="{CF5D32E0-15DF-4803-A6C4-81E2971471D4}" srcId="{63DE1309-4465-4843-B7F0-45AF7C155CD2}" destId="{4F51DE3E-1BB5-4C54-A281-CDD3D93DE292}" srcOrd="0" destOrd="0" parTransId="{CC5279F2-B176-4520-AF0F-761C82997EA3}" sibTransId="{6DF979D6-CB2B-42DF-A39F-15E9F18B9736}"/>
    <dgm:cxn modelId="{2DD96F7B-5821-42A6-9B8F-83688A465F8D}" type="presParOf" srcId="{72B01DD8-3980-4A6D-9332-BEE14E8D0F2D}" destId="{9FF23C9C-2504-4D45-973F-90F060B7E3C0}" srcOrd="0" destOrd="0" presId="urn:microsoft.com/office/officeart/2005/8/layout/vList3"/>
    <dgm:cxn modelId="{EFBF5912-914C-4CAF-B4E4-7D5F2A00FBFC}" type="presParOf" srcId="{9FF23C9C-2504-4D45-973F-90F060B7E3C0}" destId="{6FDD8BDB-26F5-4B81-8B2E-098CF895D613}" srcOrd="0" destOrd="0" presId="urn:microsoft.com/office/officeart/2005/8/layout/vList3"/>
    <dgm:cxn modelId="{8ADDDC43-8AFD-4809-98B2-73E921260946}" type="presParOf" srcId="{9FF23C9C-2504-4D45-973F-90F060B7E3C0}" destId="{C1065769-CFC5-431D-96A0-694FC4D4DB1A}" srcOrd="1" destOrd="0" presId="urn:microsoft.com/office/officeart/2005/8/layout/vList3"/>
    <dgm:cxn modelId="{EF7209FC-B633-476F-B8CE-2B31B74C614E}" type="presParOf" srcId="{72B01DD8-3980-4A6D-9332-BEE14E8D0F2D}" destId="{2C333A34-3EBF-4088-B282-0EDCF0E68A0C}" srcOrd="1" destOrd="0" presId="urn:microsoft.com/office/officeart/2005/8/layout/vList3"/>
    <dgm:cxn modelId="{A04AA587-2263-42A1-979C-88840384E474}" type="presParOf" srcId="{72B01DD8-3980-4A6D-9332-BEE14E8D0F2D}" destId="{A6E2BC6F-50B2-4B66-9670-C650A355CFC5}" srcOrd="2" destOrd="0" presId="urn:microsoft.com/office/officeart/2005/8/layout/vList3"/>
    <dgm:cxn modelId="{319D28CE-CD99-40EC-A23F-6A0356349E81}" type="presParOf" srcId="{A6E2BC6F-50B2-4B66-9670-C650A355CFC5}" destId="{9D1A3CAA-6A34-4FBE-A843-45A08681EFFC}" srcOrd="0" destOrd="0" presId="urn:microsoft.com/office/officeart/2005/8/layout/vList3"/>
    <dgm:cxn modelId="{0AFA5DF4-D3AF-4139-B6D1-10491028CA87}" type="presParOf" srcId="{A6E2BC6F-50B2-4B66-9670-C650A355CFC5}" destId="{A10DF984-B4BF-49F7-AD0E-032CD6129FA6}" srcOrd="1" destOrd="0" presId="urn:microsoft.com/office/officeart/2005/8/layout/vList3"/>
    <dgm:cxn modelId="{61323A12-AD10-4DA2-96FB-1261C03F114C}" type="presParOf" srcId="{72B01DD8-3980-4A6D-9332-BEE14E8D0F2D}" destId="{67A1CC35-CA68-4313-996E-EAA5BBE802E4}" srcOrd="3" destOrd="0" presId="urn:microsoft.com/office/officeart/2005/8/layout/vList3"/>
    <dgm:cxn modelId="{9986E83F-01F0-4AF2-82A3-4EE0C1C81B46}" type="presParOf" srcId="{72B01DD8-3980-4A6D-9332-BEE14E8D0F2D}" destId="{3B6DFF70-9D69-4553-9BE6-8E1BFCF06E53}" srcOrd="4" destOrd="0" presId="urn:microsoft.com/office/officeart/2005/8/layout/vList3"/>
    <dgm:cxn modelId="{32BC820B-94AD-46C5-8D0D-46558E5D6458}" type="presParOf" srcId="{3B6DFF70-9D69-4553-9BE6-8E1BFCF06E53}" destId="{4F232C55-728A-4287-B2F5-A4CA668FEC49}" srcOrd="0" destOrd="0" presId="urn:microsoft.com/office/officeart/2005/8/layout/vList3"/>
    <dgm:cxn modelId="{E8112030-16C1-4905-86BF-728137CA0D6E}" type="presParOf" srcId="{3B6DFF70-9D69-4553-9BE6-8E1BFCF06E53}" destId="{7FBA8F6F-C70D-40B6-A83A-A9CE49521C5E}" srcOrd="1" destOrd="0" presId="urn:microsoft.com/office/officeart/2005/8/layout/vList3"/>
    <dgm:cxn modelId="{76C59010-0924-473A-8393-BF72A7950EA4}" type="presParOf" srcId="{72B01DD8-3980-4A6D-9332-BEE14E8D0F2D}" destId="{F8F14D90-08FE-4CE8-918D-106C6364F056}" srcOrd="5" destOrd="0" presId="urn:microsoft.com/office/officeart/2005/8/layout/vList3"/>
    <dgm:cxn modelId="{E95E370E-C803-4E48-9994-DC2F1FDA993A}" type="presParOf" srcId="{72B01DD8-3980-4A6D-9332-BEE14E8D0F2D}" destId="{483C70CE-1E6C-4658-BD0D-52C956C5E0A9}" srcOrd="6" destOrd="0" presId="urn:microsoft.com/office/officeart/2005/8/layout/vList3"/>
    <dgm:cxn modelId="{F81C8A0A-A801-4F28-A3CD-9C68DDF183C5}" type="presParOf" srcId="{483C70CE-1E6C-4658-BD0D-52C956C5E0A9}" destId="{8B620118-0197-4F3A-BBCA-B55C5EC32B40}" srcOrd="0" destOrd="0" presId="urn:microsoft.com/office/officeart/2005/8/layout/vList3"/>
    <dgm:cxn modelId="{CF2DF472-8656-4DAC-AF2E-7688269D7780}" type="presParOf" srcId="{483C70CE-1E6C-4658-BD0D-52C956C5E0A9}" destId="{95390343-0D3F-4F4C-A9E0-B98D115E0EAE}" srcOrd="1" destOrd="0" presId="urn:microsoft.com/office/officeart/2005/8/layout/vList3"/>
    <dgm:cxn modelId="{E79BD583-222D-4C02-BC94-41958CDD0A4B}" type="presParOf" srcId="{72B01DD8-3980-4A6D-9332-BEE14E8D0F2D}" destId="{3F17BF74-7A35-458E-BB70-F85F17EF01B7}" srcOrd="7" destOrd="0" presId="urn:microsoft.com/office/officeart/2005/8/layout/vList3"/>
    <dgm:cxn modelId="{A336419A-2646-4783-BDBA-DC159CFA0D8C}" type="presParOf" srcId="{72B01DD8-3980-4A6D-9332-BEE14E8D0F2D}" destId="{1FFF065D-06BB-4B95-8EAA-AF8DFFA98E63}" srcOrd="8" destOrd="0" presId="urn:microsoft.com/office/officeart/2005/8/layout/vList3"/>
    <dgm:cxn modelId="{D46AABAF-797A-43BD-8B18-89F704A11F80}" type="presParOf" srcId="{1FFF065D-06BB-4B95-8EAA-AF8DFFA98E63}" destId="{2D26BB0A-0592-486F-86E1-710074A62920}" srcOrd="0" destOrd="0" presId="urn:microsoft.com/office/officeart/2005/8/layout/vList3"/>
    <dgm:cxn modelId="{65585A0A-F421-44D2-8291-1F747780F1DB}" type="presParOf" srcId="{1FFF065D-06BB-4B95-8EAA-AF8DFFA98E63}" destId="{B0477A0E-DE81-46AE-9A18-E3525CF61481}" srcOrd="1" destOrd="0" presId="urn:microsoft.com/office/officeart/2005/8/layout/vList3"/>
    <dgm:cxn modelId="{A4BC5CFD-928A-42D3-B2A0-C0DB961564B7}" type="presParOf" srcId="{72B01DD8-3980-4A6D-9332-BEE14E8D0F2D}" destId="{E4B488E5-2281-4090-82EE-9BAF888C8903}" srcOrd="9" destOrd="0" presId="urn:microsoft.com/office/officeart/2005/8/layout/vList3"/>
    <dgm:cxn modelId="{4EB701CA-0C05-4C6E-8AFA-D58DC844FA2D}" type="presParOf" srcId="{72B01DD8-3980-4A6D-9332-BEE14E8D0F2D}" destId="{C12D58EE-823E-4996-9E18-3B5760E6661D}" srcOrd="10" destOrd="0" presId="urn:microsoft.com/office/officeart/2005/8/layout/vList3"/>
    <dgm:cxn modelId="{B4F7E324-FC55-423E-845F-99FCA549D715}" type="presParOf" srcId="{C12D58EE-823E-4996-9E18-3B5760E6661D}" destId="{D4CF5DE6-377E-424B-98BF-5591E2151484}" srcOrd="0" destOrd="0" presId="urn:microsoft.com/office/officeart/2005/8/layout/vList3"/>
    <dgm:cxn modelId="{5C46640A-4FE5-49BA-88CD-A7AE39575999}" type="presParOf" srcId="{C12D58EE-823E-4996-9E18-3B5760E6661D}" destId="{ED48836F-5601-40BD-B476-414305F6425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25347-CA7D-4167-977D-63304833B9F2}">
      <dsp:nvSpPr>
        <dsp:cNvPr id="0" name=""/>
        <dsp:cNvSpPr/>
      </dsp:nvSpPr>
      <dsp:spPr>
        <a:xfrm>
          <a:off x="-4048394" y="-621410"/>
          <a:ext cx="4824276" cy="4824276"/>
        </a:xfrm>
        <a:prstGeom prst="blockArc">
          <a:avLst>
            <a:gd name="adj1" fmla="val 18900000"/>
            <a:gd name="adj2" fmla="val 2700000"/>
            <a:gd name="adj3" fmla="val 448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2C65D6-520C-499E-9467-DB875E04FA2A}">
      <dsp:nvSpPr>
        <dsp:cNvPr id="0" name=""/>
        <dsp:cNvSpPr/>
      </dsp:nvSpPr>
      <dsp:spPr>
        <a:xfrm>
          <a:off x="498964" y="358145"/>
          <a:ext cx="4044828" cy="716291"/>
        </a:xfrm>
        <a:prstGeom prst="rect">
          <a:avLst/>
        </a:prstGeom>
        <a:noFill/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55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8</a:t>
          </a:r>
          <a:r>
            <a:rPr lang="en-US" sz="2200" kern="1200" dirty="0"/>
            <a:t>3</a:t>
          </a:r>
          <a:r>
            <a:rPr lang="ru-RU" sz="2200" kern="1200" dirty="0"/>
            <a:t>3 текста</a:t>
          </a:r>
        </a:p>
      </dsp:txBody>
      <dsp:txXfrm>
        <a:off x="498964" y="358145"/>
        <a:ext cx="4044828" cy="716291"/>
      </dsp:txXfrm>
    </dsp:sp>
    <dsp:sp modelId="{51D75BAC-CA6F-43C7-9BB2-72426F31A016}">
      <dsp:nvSpPr>
        <dsp:cNvPr id="0" name=""/>
        <dsp:cNvSpPr/>
      </dsp:nvSpPr>
      <dsp:spPr>
        <a:xfrm>
          <a:off x="343270" y="560596"/>
          <a:ext cx="311389" cy="311389"/>
        </a:xfrm>
        <a:prstGeom prst="ellipse">
          <a:avLst/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6AEABFF8-D7BC-4A6E-9332-DB89CA503C44}">
      <dsp:nvSpPr>
        <dsp:cNvPr id="0" name=""/>
        <dsp:cNvSpPr/>
      </dsp:nvSpPr>
      <dsp:spPr>
        <a:xfrm>
          <a:off x="759336" y="1432582"/>
          <a:ext cx="3784456" cy="716291"/>
        </a:xfrm>
        <a:prstGeom prst="rect">
          <a:avLst/>
        </a:prstGeom>
        <a:noFill/>
        <a:ln w="19050" cap="rnd" cmpd="sng" algn="ctr">
          <a:noFill/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6855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XIII-XIX </a:t>
          </a:r>
          <a:r>
            <a:rPr lang="ru-RU" sz="2200" kern="1200" dirty="0"/>
            <a:t>вв.</a:t>
          </a:r>
        </a:p>
      </dsp:txBody>
      <dsp:txXfrm>
        <a:off x="759336" y="1432582"/>
        <a:ext cx="3784456" cy="716291"/>
      </dsp:txXfrm>
    </dsp:sp>
    <dsp:sp modelId="{9442D895-35E3-414F-8D73-85E2F5342B2E}">
      <dsp:nvSpPr>
        <dsp:cNvPr id="0" name=""/>
        <dsp:cNvSpPr/>
      </dsp:nvSpPr>
      <dsp:spPr>
        <a:xfrm>
          <a:off x="585031" y="1616423"/>
          <a:ext cx="348609" cy="348609"/>
        </a:xfrm>
        <a:prstGeom prst="ellipse">
          <a:avLst/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1CDB9E79-1819-4B41-96BD-364C4FA5598B}">
      <dsp:nvSpPr>
        <dsp:cNvPr id="0" name=""/>
        <dsp:cNvSpPr/>
      </dsp:nvSpPr>
      <dsp:spPr>
        <a:xfrm>
          <a:off x="498964" y="2507019"/>
          <a:ext cx="4044828" cy="716291"/>
        </a:xfrm>
        <a:prstGeom prst="rect">
          <a:avLst/>
        </a:prstGeom>
        <a:noFill/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556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Проза, поэзия, пьесы, </a:t>
          </a:r>
          <a:r>
            <a:rPr lang="ru-RU" sz="2200" kern="1200"/>
            <a:t>научные труды</a:t>
          </a:r>
          <a:endParaRPr lang="ru-RU" sz="2200" kern="1200" dirty="0"/>
        </a:p>
      </dsp:txBody>
      <dsp:txXfrm>
        <a:off x="498964" y="2507019"/>
        <a:ext cx="4044828" cy="716291"/>
      </dsp:txXfrm>
    </dsp:sp>
    <dsp:sp modelId="{4A5E81C0-A16F-4EB6-869D-7CBA0D750510}">
      <dsp:nvSpPr>
        <dsp:cNvPr id="0" name=""/>
        <dsp:cNvSpPr/>
      </dsp:nvSpPr>
      <dsp:spPr>
        <a:xfrm>
          <a:off x="315746" y="2697857"/>
          <a:ext cx="366436" cy="334615"/>
        </a:xfrm>
        <a:prstGeom prst="ellipse">
          <a:avLst/>
        </a:prstGeom>
        <a:solidFill>
          <a:schemeClr val="lt1"/>
        </a:solidFill>
        <a:ln w="19050" cap="rnd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2C22F-58FC-4D4E-B68A-9D501DBB0109}">
      <dsp:nvSpPr>
        <dsp:cNvPr id="0" name=""/>
        <dsp:cNvSpPr/>
      </dsp:nvSpPr>
      <dsp:spPr>
        <a:xfrm>
          <a:off x="1455651" y="2939"/>
          <a:ext cx="999188" cy="999172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AF8E2-4636-477F-82A5-D02775CCBCBF}">
      <dsp:nvSpPr>
        <dsp:cNvPr id="0" name=""/>
        <dsp:cNvSpPr/>
      </dsp:nvSpPr>
      <dsp:spPr>
        <a:xfrm>
          <a:off x="481516" y="37909"/>
          <a:ext cx="1228795" cy="929215"/>
        </a:xfrm>
        <a:prstGeom prst="rect">
          <a:avLst/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28EE58-120F-4E96-9E86-529DE900EE81}">
      <dsp:nvSpPr>
        <dsp:cNvPr id="0" name=""/>
        <dsp:cNvSpPr/>
      </dsp:nvSpPr>
      <dsp:spPr>
        <a:xfrm>
          <a:off x="1565591" y="112877"/>
          <a:ext cx="779308" cy="77929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 err="1"/>
            <a:t>Трейн</a:t>
          </a:r>
          <a:r>
            <a:rPr lang="ru-RU" sz="1100" kern="1200" dirty="0"/>
            <a:t>/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тест</a:t>
          </a:r>
        </a:p>
      </dsp:txBody>
      <dsp:txXfrm>
        <a:off x="1679718" y="227002"/>
        <a:ext cx="551054" cy="551045"/>
      </dsp:txXfrm>
    </dsp:sp>
    <dsp:sp modelId="{5CADEF79-4870-4901-9FA1-B8FFED47FA03}">
      <dsp:nvSpPr>
        <dsp:cNvPr id="0" name=""/>
        <dsp:cNvSpPr/>
      </dsp:nvSpPr>
      <dsp:spPr>
        <a:xfrm>
          <a:off x="1855916" y="1151105"/>
          <a:ext cx="198658" cy="198658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E8969-0BF5-497E-8EC6-6727EE404AE3}">
      <dsp:nvSpPr>
        <dsp:cNvPr id="0" name=""/>
        <dsp:cNvSpPr/>
      </dsp:nvSpPr>
      <dsp:spPr>
        <a:xfrm>
          <a:off x="1455651" y="1498758"/>
          <a:ext cx="999188" cy="999172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B1F61-E257-4364-80E5-443A252F7EB7}">
      <dsp:nvSpPr>
        <dsp:cNvPr id="0" name=""/>
        <dsp:cNvSpPr/>
      </dsp:nvSpPr>
      <dsp:spPr>
        <a:xfrm>
          <a:off x="483121" y="1568584"/>
          <a:ext cx="1228795" cy="929215"/>
        </a:xfrm>
        <a:prstGeom prst="rect">
          <a:avLst/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8C02A-1635-4322-A318-C9BB98AB55F4}">
      <dsp:nvSpPr>
        <dsp:cNvPr id="0" name=""/>
        <dsp:cNvSpPr/>
      </dsp:nvSpPr>
      <dsp:spPr>
        <a:xfrm>
          <a:off x="1565591" y="1608697"/>
          <a:ext cx="779308" cy="77929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 err="1"/>
            <a:t>Скейлер</a:t>
          </a:r>
          <a:endParaRPr lang="ru-RU" sz="1100" kern="1200" dirty="0"/>
        </a:p>
      </dsp:txBody>
      <dsp:txXfrm>
        <a:off x="1679718" y="1722822"/>
        <a:ext cx="551054" cy="551045"/>
      </dsp:txXfrm>
    </dsp:sp>
    <dsp:sp modelId="{0817EB8A-7043-4962-AD4D-15081D1ADDFB}">
      <dsp:nvSpPr>
        <dsp:cNvPr id="0" name=""/>
        <dsp:cNvSpPr/>
      </dsp:nvSpPr>
      <dsp:spPr>
        <a:xfrm>
          <a:off x="1855916" y="2646925"/>
          <a:ext cx="198658" cy="198658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2AD78-87F1-475B-B720-E3154FB1E497}">
      <dsp:nvSpPr>
        <dsp:cNvPr id="0" name=""/>
        <dsp:cNvSpPr/>
      </dsp:nvSpPr>
      <dsp:spPr>
        <a:xfrm>
          <a:off x="1455651" y="2994578"/>
          <a:ext cx="999188" cy="999172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2B15A-C326-45B1-A2A4-BA8AED2B6CBF}">
      <dsp:nvSpPr>
        <dsp:cNvPr id="0" name=""/>
        <dsp:cNvSpPr/>
      </dsp:nvSpPr>
      <dsp:spPr>
        <a:xfrm>
          <a:off x="481516" y="3029548"/>
          <a:ext cx="1228795" cy="929215"/>
        </a:xfrm>
        <a:prstGeom prst="rect">
          <a:avLst/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40862-E3F0-4509-8FC5-5CEA4BFB1CA8}">
      <dsp:nvSpPr>
        <dsp:cNvPr id="0" name=""/>
        <dsp:cNvSpPr/>
      </dsp:nvSpPr>
      <dsp:spPr>
        <a:xfrm>
          <a:off x="1565591" y="3104516"/>
          <a:ext cx="779308" cy="77929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Энкодер</a:t>
          </a:r>
        </a:p>
      </dsp:txBody>
      <dsp:txXfrm>
        <a:off x="1679718" y="3218641"/>
        <a:ext cx="551054" cy="5510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3150B-B46B-4B2D-8519-7D403384FD66}">
      <dsp:nvSpPr>
        <dsp:cNvPr id="0" name=""/>
        <dsp:cNvSpPr/>
      </dsp:nvSpPr>
      <dsp:spPr>
        <a:xfrm>
          <a:off x="0" y="274450"/>
          <a:ext cx="4541366" cy="941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460" tIns="270764" rIns="35246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Логистическая регрессия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Мультиномиальный Байес с </a:t>
          </a:r>
          <a:r>
            <a:rPr lang="en-US" sz="1300" kern="1200" dirty="0"/>
            <a:t>sample_weight</a:t>
          </a:r>
          <a:endParaRPr lang="ru-RU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Мультиномиальный Байес с </a:t>
          </a:r>
          <a:r>
            <a:rPr lang="en-US" sz="1300" kern="1200" dirty="0"/>
            <a:t>priors</a:t>
          </a:r>
          <a:endParaRPr lang="ru-RU" sz="1300" kern="1200" dirty="0"/>
        </a:p>
      </dsp:txBody>
      <dsp:txXfrm>
        <a:off x="0" y="274450"/>
        <a:ext cx="4541366" cy="941850"/>
      </dsp:txXfrm>
    </dsp:sp>
    <dsp:sp modelId="{906B1772-E6D3-4F8C-B4AB-0299D17D459B}">
      <dsp:nvSpPr>
        <dsp:cNvPr id="0" name=""/>
        <dsp:cNvSpPr/>
      </dsp:nvSpPr>
      <dsp:spPr>
        <a:xfrm>
          <a:off x="227068" y="82570"/>
          <a:ext cx="317895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157" tIns="0" rIns="12015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Линейные модели</a:t>
          </a:r>
        </a:p>
      </dsp:txBody>
      <dsp:txXfrm>
        <a:off x="245802" y="101304"/>
        <a:ext cx="3141488" cy="346292"/>
      </dsp:txXfrm>
    </dsp:sp>
    <dsp:sp modelId="{E6ACEAB7-53ED-483C-8567-FF1D953079A2}">
      <dsp:nvSpPr>
        <dsp:cNvPr id="0" name=""/>
        <dsp:cNvSpPr/>
      </dsp:nvSpPr>
      <dsp:spPr>
        <a:xfrm>
          <a:off x="0" y="1478380"/>
          <a:ext cx="4541366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460" tIns="270764" rIns="35246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K </a:t>
          </a:r>
          <a:r>
            <a:rPr lang="ru-RU" sz="1300" kern="1200" dirty="0"/>
            <a:t>ближайших соседей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/>
            <a:t>Дерево решений</a:t>
          </a:r>
          <a:endParaRPr lang="ru-RU" sz="1300" kern="1200" dirty="0"/>
        </a:p>
      </dsp:txBody>
      <dsp:txXfrm>
        <a:off x="0" y="1478380"/>
        <a:ext cx="4541366" cy="737100"/>
      </dsp:txXfrm>
    </dsp:sp>
    <dsp:sp modelId="{90CCAB11-1EB4-42D6-959F-8723012AC5B6}">
      <dsp:nvSpPr>
        <dsp:cNvPr id="0" name=""/>
        <dsp:cNvSpPr/>
      </dsp:nvSpPr>
      <dsp:spPr>
        <a:xfrm>
          <a:off x="227068" y="1286500"/>
          <a:ext cx="317895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157" tIns="0" rIns="12015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Нелинейные модели</a:t>
          </a:r>
          <a:endParaRPr lang="ru-RU" sz="1300" kern="1200" dirty="0"/>
        </a:p>
      </dsp:txBody>
      <dsp:txXfrm>
        <a:off x="245802" y="1305234"/>
        <a:ext cx="3141488" cy="346292"/>
      </dsp:txXfrm>
    </dsp:sp>
    <dsp:sp modelId="{B022BDFF-BE76-4CBD-A627-2A2C94871314}">
      <dsp:nvSpPr>
        <dsp:cNvPr id="0" name=""/>
        <dsp:cNvSpPr/>
      </dsp:nvSpPr>
      <dsp:spPr>
        <a:xfrm>
          <a:off x="0" y="2477560"/>
          <a:ext cx="4541366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460" tIns="270764" rIns="35246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Стекинг</a:t>
          </a:r>
          <a:r>
            <a:rPr lang="en-US" sz="1300" kern="1200" dirty="0"/>
            <a:t> (</a:t>
          </a:r>
          <a:r>
            <a:rPr lang="ru-RU" sz="1300" kern="1200" dirty="0"/>
            <a:t>Дерево решений+</a:t>
          </a:r>
          <a:r>
            <a:rPr lang="en-US" sz="1300" kern="1200" dirty="0"/>
            <a:t>K </a:t>
          </a:r>
          <a:r>
            <a:rPr lang="ru-RU" sz="1300" kern="1200" dirty="0"/>
            <a:t>ближайших соседей </a:t>
          </a:r>
          <a:r>
            <a:rPr lang="ru-RU" sz="1300" kern="1200" dirty="0">
              <a:sym typeface="Wingdings" panose="05000000000000000000" pitchFamily="2" charset="2"/>
            </a:rPr>
            <a:t></a:t>
          </a:r>
          <a:r>
            <a:rPr lang="en-US" sz="1300" kern="1200" dirty="0">
              <a:sym typeface="Wingdings" panose="05000000000000000000" pitchFamily="2" charset="2"/>
            </a:rPr>
            <a:t> </a:t>
          </a:r>
          <a:r>
            <a:rPr lang="ru-RU" sz="1300" kern="1200" dirty="0">
              <a:sym typeface="Wingdings" panose="05000000000000000000" pitchFamily="2" charset="2"/>
            </a:rPr>
            <a:t>Логистическая регрессия)</a:t>
          </a:r>
          <a:endParaRPr lang="ru-RU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Адабустинг (Мультиномиальный Байес с </a:t>
          </a:r>
          <a:r>
            <a:rPr lang="en-US" sz="1300" kern="1200" dirty="0"/>
            <a:t>sample_weight</a:t>
          </a:r>
          <a:r>
            <a:rPr lang="ru-RU" sz="1300" kern="1200" dirty="0"/>
            <a:t>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/>
            <a:t>Градиентный бустинг</a:t>
          </a:r>
          <a:endParaRPr lang="ru-RU" sz="1300" kern="1200" dirty="0"/>
        </a:p>
      </dsp:txBody>
      <dsp:txXfrm>
        <a:off x="0" y="2477560"/>
        <a:ext cx="4541366" cy="1289925"/>
      </dsp:txXfrm>
    </dsp:sp>
    <dsp:sp modelId="{768E5F04-CBFA-4A31-BEDB-E2ED1D8BC2CA}">
      <dsp:nvSpPr>
        <dsp:cNvPr id="0" name=""/>
        <dsp:cNvSpPr/>
      </dsp:nvSpPr>
      <dsp:spPr>
        <a:xfrm>
          <a:off x="227068" y="2285680"/>
          <a:ext cx="317895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157" tIns="0" rIns="12015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Ансамбли</a:t>
          </a:r>
          <a:endParaRPr lang="ru-RU" sz="1300" kern="1200" dirty="0"/>
        </a:p>
      </dsp:txBody>
      <dsp:txXfrm>
        <a:off x="245802" y="2304414"/>
        <a:ext cx="3141488" cy="3462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3150B-B46B-4B2D-8519-7D403384FD66}">
      <dsp:nvSpPr>
        <dsp:cNvPr id="0" name=""/>
        <dsp:cNvSpPr/>
      </dsp:nvSpPr>
      <dsp:spPr>
        <a:xfrm>
          <a:off x="0" y="261533"/>
          <a:ext cx="3808415" cy="1168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575" tIns="291592" rIns="29557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 err="1"/>
            <a:t>GysBert</a:t>
          </a:r>
          <a:r>
            <a:rPr lang="en-US" sz="1400" kern="1200" dirty="0"/>
            <a:t> (</a:t>
          </a:r>
          <a:r>
            <a:rPr lang="nl-NL" sz="1400" b="0" kern="1200" dirty="0"/>
            <a:t>emanjavacas/GysBERT)</a:t>
          </a:r>
          <a:endParaRPr lang="ru-RU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l-NL" sz="1400" b="1" i="0" kern="1200" dirty="0"/>
            <a:t>Language Model for Historic Dutch </a:t>
          </a:r>
          <a:r>
            <a:rPr lang="nl-NL" sz="1400" b="0" i="0" kern="1200" dirty="0"/>
            <a:t>(</a:t>
          </a:r>
          <a:r>
            <a:rPr lang="nl-NL" sz="1400" b="0" kern="1200" dirty="0"/>
            <a:t>dbmdz/bert-base-historic-dutch-cased)</a:t>
          </a:r>
          <a:endParaRPr lang="ru-RU" sz="1400" kern="1200" dirty="0"/>
        </a:p>
      </dsp:txBody>
      <dsp:txXfrm>
        <a:off x="0" y="261533"/>
        <a:ext cx="3808415" cy="1168650"/>
      </dsp:txXfrm>
    </dsp:sp>
    <dsp:sp modelId="{906B1772-E6D3-4F8C-B4AB-0299D17D459B}">
      <dsp:nvSpPr>
        <dsp:cNvPr id="0" name=""/>
        <dsp:cNvSpPr/>
      </dsp:nvSpPr>
      <dsp:spPr>
        <a:xfrm>
          <a:off x="190420" y="54893"/>
          <a:ext cx="266589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764" tIns="0" rIns="10076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Исторические модели</a:t>
          </a:r>
        </a:p>
      </dsp:txBody>
      <dsp:txXfrm>
        <a:off x="210595" y="75068"/>
        <a:ext cx="2625540" cy="372930"/>
      </dsp:txXfrm>
    </dsp:sp>
    <dsp:sp modelId="{E6ACEAB7-53ED-483C-8567-FF1D953079A2}">
      <dsp:nvSpPr>
        <dsp:cNvPr id="0" name=""/>
        <dsp:cNvSpPr/>
      </dsp:nvSpPr>
      <dsp:spPr>
        <a:xfrm>
          <a:off x="0" y="1712424"/>
          <a:ext cx="3808415" cy="771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575" tIns="291592" rIns="295575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Bertje</a:t>
          </a:r>
          <a:r>
            <a:rPr lang="en-US" sz="1400" kern="1200" dirty="0"/>
            <a:t> (</a:t>
          </a:r>
          <a:r>
            <a:rPr lang="nl-NL" sz="1400" kern="1200" dirty="0"/>
            <a:t>GroNLP/bert-base-dutch-cased)</a:t>
          </a:r>
          <a:endParaRPr lang="ru-RU" sz="1400" kern="1200" dirty="0"/>
        </a:p>
      </dsp:txBody>
      <dsp:txXfrm>
        <a:off x="0" y="1712424"/>
        <a:ext cx="3808415" cy="771750"/>
      </dsp:txXfrm>
    </dsp:sp>
    <dsp:sp modelId="{90CCAB11-1EB4-42D6-959F-8723012AC5B6}">
      <dsp:nvSpPr>
        <dsp:cNvPr id="0" name=""/>
        <dsp:cNvSpPr/>
      </dsp:nvSpPr>
      <dsp:spPr>
        <a:xfrm>
          <a:off x="190420" y="1505784"/>
          <a:ext cx="2665890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764" tIns="0" rIns="10076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/>
            <a:t>Современные модели</a:t>
          </a:r>
        </a:p>
      </dsp:txBody>
      <dsp:txXfrm>
        <a:off x="210595" y="1525959"/>
        <a:ext cx="2625540" cy="3729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2C22F-58FC-4D4E-B68A-9D501DBB0109}">
      <dsp:nvSpPr>
        <dsp:cNvPr id="0" name=""/>
        <dsp:cNvSpPr/>
      </dsp:nvSpPr>
      <dsp:spPr>
        <a:xfrm>
          <a:off x="1455651" y="2939"/>
          <a:ext cx="999188" cy="999172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AF8E2-4636-477F-82A5-D02775CCBCBF}">
      <dsp:nvSpPr>
        <dsp:cNvPr id="0" name=""/>
        <dsp:cNvSpPr/>
      </dsp:nvSpPr>
      <dsp:spPr>
        <a:xfrm>
          <a:off x="481516" y="37909"/>
          <a:ext cx="1228795" cy="929215"/>
        </a:xfrm>
        <a:prstGeom prst="rect">
          <a:avLst/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28EE58-120F-4E96-9E86-529DE900EE81}">
      <dsp:nvSpPr>
        <dsp:cNvPr id="0" name=""/>
        <dsp:cNvSpPr/>
      </dsp:nvSpPr>
      <dsp:spPr>
        <a:xfrm>
          <a:off x="1565591" y="112877"/>
          <a:ext cx="779308" cy="77929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 err="1"/>
            <a:t>Трейн</a:t>
          </a:r>
          <a:r>
            <a:rPr lang="ru-RU" sz="1100" kern="1200" dirty="0"/>
            <a:t>/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тест</a:t>
          </a:r>
          <a:endParaRPr lang="ru-RU" sz="1100" kern="1200" dirty="0"/>
        </a:p>
      </dsp:txBody>
      <dsp:txXfrm>
        <a:off x="1679718" y="227002"/>
        <a:ext cx="551054" cy="551045"/>
      </dsp:txXfrm>
    </dsp:sp>
    <dsp:sp modelId="{5CADEF79-4870-4901-9FA1-B8FFED47FA03}">
      <dsp:nvSpPr>
        <dsp:cNvPr id="0" name=""/>
        <dsp:cNvSpPr/>
      </dsp:nvSpPr>
      <dsp:spPr>
        <a:xfrm>
          <a:off x="1855916" y="1151105"/>
          <a:ext cx="198658" cy="198658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E8969-0BF5-497E-8EC6-6727EE404AE3}">
      <dsp:nvSpPr>
        <dsp:cNvPr id="0" name=""/>
        <dsp:cNvSpPr/>
      </dsp:nvSpPr>
      <dsp:spPr>
        <a:xfrm>
          <a:off x="1455651" y="1498758"/>
          <a:ext cx="999188" cy="999172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B1F61-E257-4364-80E5-443A252F7EB7}">
      <dsp:nvSpPr>
        <dsp:cNvPr id="0" name=""/>
        <dsp:cNvSpPr/>
      </dsp:nvSpPr>
      <dsp:spPr>
        <a:xfrm>
          <a:off x="483121" y="1568584"/>
          <a:ext cx="1228795" cy="929215"/>
        </a:xfrm>
        <a:prstGeom prst="rect">
          <a:avLst/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8C02A-1635-4322-A318-C9BB98AB55F4}">
      <dsp:nvSpPr>
        <dsp:cNvPr id="0" name=""/>
        <dsp:cNvSpPr/>
      </dsp:nvSpPr>
      <dsp:spPr>
        <a:xfrm>
          <a:off x="1565591" y="1608697"/>
          <a:ext cx="779308" cy="77929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Энкодер</a:t>
          </a:r>
        </a:p>
      </dsp:txBody>
      <dsp:txXfrm>
        <a:off x="1679718" y="1722822"/>
        <a:ext cx="551054" cy="551045"/>
      </dsp:txXfrm>
    </dsp:sp>
    <dsp:sp modelId="{0817EB8A-7043-4962-AD4D-15081D1ADDFB}">
      <dsp:nvSpPr>
        <dsp:cNvPr id="0" name=""/>
        <dsp:cNvSpPr/>
      </dsp:nvSpPr>
      <dsp:spPr>
        <a:xfrm>
          <a:off x="1855916" y="2646925"/>
          <a:ext cx="198658" cy="198658"/>
        </a:xfrm>
        <a:prstGeom prst="flowChartConnector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2AD78-87F1-475B-B720-E3154FB1E497}">
      <dsp:nvSpPr>
        <dsp:cNvPr id="0" name=""/>
        <dsp:cNvSpPr/>
      </dsp:nvSpPr>
      <dsp:spPr>
        <a:xfrm>
          <a:off x="1455651" y="2994578"/>
          <a:ext cx="999188" cy="999172"/>
        </a:xfrm>
        <a:prstGeom prst="donut">
          <a:avLst>
            <a:gd name="adj" fmla="val 110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2B15A-C326-45B1-A2A4-BA8AED2B6CBF}">
      <dsp:nvSpPr>
        <dsp:cNvPr id="0" name=""/>
        <dsp:cNvSpPr/>
      </dsp:nvSpPr>
      <dsp:spPr>
        <a:xfrm>
          <a:off x="481516" y="3029548"/>
          <a:ext cx="1228795" cy="929215"/>
        </a:xfrm>
        <a:prstGeom prst="rect">
          <a:avLst/>
        </a:prstGeom>
        <a:solidFill>
          <a:schemeClr val="bg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40862-E3F0-4509-8FC5-5CEA4BFB1CA8}">
      <dsp:nvSpPr>
        <dsp:cNvPr id="0" name=""/>
        <dsp:cNvSpPr/>
      </dsp:nvSpPr>
      <dsp:spPr>
        <a:xfrm>
          <a:off x="1565591" y="3104516"/>
          <a:ext cx="779308" cy="779295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Дата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 err="1"/>
            <a:t>лоадер</a:t>
          </a:r>
          <a:endParaRPr lang="ru-RU" sz="1100" kern="1200" dirty="0"/>
        </a:p>
      </dsp:txBody>
      <dsp:txXfrm>
        <a:off x="1679718" y="3218641"/>
        <a:ext cx="551054" cy="5510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65769-CFC5-431D-96A0-694FC4D4DB1A}">
      <dsp:nvSpPr>
        <dsp:cNvPr id="0" name=""/>
        <dsp:cNvSpPr/>
      </dsp:nvSpPr>
      <dsp:spPr>
        <a:xfrm rot="10800000">
          <a:off x="1853885" y="250"/>
          <a:ext cx="6830720" cy="53346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24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600" kern="1200" dirty="0"/>
            <a:t>Os  </a:t>
          </a:r>
          <a:r>
            <a:rPr lang="en-US" sz="2600" kern="1200" dirty="0" err="1"/>
            <a:t>BeautifulSoup</a:t>
          </a:r>
          <a:endParaRPr lang="ru-RU" sz="2600" kern="1200" dirty="0"/>
        </a:p>
      </dsp:txBody>
      <dsp:txXfrm rot="10800000">
        <a:off x="1987250" y="250"/>
        <a:ext cx="6697355" cy="533461"/>
      </dsp:txXfrm>
    </dsp:sp>
    <dsp:sp modelId="{6FDD8BDB-26F5-4B81-8B2E-098CF895D613}">
      <dsp:nvSpPr>
        <dsp:cNvPr id="0" name=""/>
        <dsp:cNvSpPr/>
      </dsp:nvSpPr>
      <dsp:spPr>
        <a:xfrm>
          <a:off x="1587154" y="250"/>
          <a:ext cx="533461" cy="5334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DF984-B4BF-49F7-AD0E-032CD6129FA6}">
      <dsp:nvSpPr>
        <dsp:cNvPr id="0" name=""/>
        <dsp:cNvSpPr/>
      </dsp:nvSpPr>
      <dsp:spPr>
        <a:xfrm rot="10800000">
          <a:off x="1853885" y="687607"/>
          <a:ext cx="6830720" cy="53346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24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Pandas  B</a:t>
          </a:r>
          <a:r>
            <a:rPr lang="nl-NL" sz="2600" b="0" kern="1200" dirty="0"/>
            <a:t>atched  </a:t>
          </a:r>
          <a:r>
            <a:rPr lang="en-US" sz="2600" kern="1200" dirty="0"/>
            <a:t>Re</a:t>
          </a:r>
        </a:p>
      </dsp:txBody>
      <dsp:txXfrm rot="10800000">
        <a:off x="1987250" y="687607"/>
        <a:ext cx="6697355" cy="533461"/>
      </dsp:txXfrm>
    </dsp:sp>
    <dsp:sp modelId="{9D1A3CAA-6A34-4FBE-A843-45A08681EFFC}">
      <dsp:nvSpPr>
        <dsp:cNvPr id="0" name=""/>
        <dsp:cNvSpPr/>
      </dsp:nvSpPr>
      <dsp:spPr>
        <a:xfrm>
          <a:off x="1587154" y="687607"/>
          <a:ext cx="533461" cy="5334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A8F6F-C70D-40B6-A83A-A9CE49521C5E}">
      <dsp:nvSpPr>
        <dsp:cNvPr id="0" name=""/>
        <dsp:cNvSpPr/>
      </dsp:nvSpPr>
      <dsp:spPr>
        <a:xfrm rot="10800000">
          <a:off x="1853885" y="1374965"/>
          <a:ext cx="6830720" cy="53346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24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</a:t>
          </a:r>
          <a:r>
            <a:rPr lang="nl-NL" sz="2600" b="0" kern="1200" dirty="0"/>
            <a:t>atplotlib  Seaborn  </a:t>
          </a:r>
          <a:r>
            <a:rPr lang="en-US" sz="2600" kern="1200" dirty="0" err="1"/>
            <a:t>Tqdm</a:t>
          </a:r>
          <a:endParaRPr lang="ru-RU" sz="2600" kern="1200" dirty="0"/>
        </a:p>
      </dsp:txBody>
      <dsp:txXfrm rot="10800000">
        <a:off x="1987250" y="1374965"/>
        <a:ext cx="6697355" cy="533461"/>
      </dsp:txXfrm>
    </dsp:sp>
    <dsp:sp modelId="{4F232C55-728A-4287-B2F5-A4CA668FEC49}">
      <dsp:nvSpPr>
        <dsp:cNvPr id="0" name=""/>
        <dsp:cNvSpPr/>
      </dsp:nvSpPr>
      <dsp:spPr>
        <a:xfrm>
          <a:off x="1587154" y="1374965"/>
          <a:ext cx="533461" cy="5334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90343-0D3F-4F4C-A9E0-B98D115E0EAE}">
      <dsp:nvSpPr>
        <dsp:cNvPr id="0" name=""/>
        <dsp:cNvSpPr/>
      </dsp:nvSpPr>
      <dsp:spPr>
        <a:xfrm rot="10800000">
          <a:off x="1853885" y="2062322"/>
          <a:ext cx="6830720" cy="53346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24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</a:t>
          </a:r>
          <a:r>
            <a:rPr lang="nl-NL" sz="2600" b="0" kern="1200" dirty="0"/>
            <a:t>klearn  </a:t>
          </a:r>
          <a:r>
            <a:rPr lang="en-US" sz="2600" kern="1200" dirty="0" err="1"/>
            <a:t>Phik</a:t>
          </a:r>
          <a:endParaRPr lang="ru-RU" sz="2600" kern="1200" dirty="0"/>
        </a:p>
      </dsp:txBody>
      <dsp:txXfrm rot="10800000">
        <a:off x="1987250" y="2062322"/>
        <a:ext cx="6697355" cy="533461"/>
      </dsp:txXfrm>
    </dsp:sp>
    <dsp:sp modelId="{8B620118-0197-4F3A-BBCA-B55C5EC32B40}">
      <dsp:nvSpPr>
        <dsp:cNvPr id="0" name=""/>
        <dsp:cNvSpPr/>
      </dsp:nvSpPr>
      <dsp:spPr>
        <a:xfrm>
          <a:off x="1587154" y="2062322"/>
          <a:ext cx="533461" cy="5334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77A0E-DE81-46AE-9A18-E3525CF61481}">
      <dsp:nvSpPr>
        <dsp:cNvPr id="0" name=""/>
        <dsp:cNvSpPr/>
      </dsp:nvSpPr>
      <dsp:spPr>
        <a:xfrm rot="10800000">
          <a:off x="1853885" y="2749680"/>
          <a:ext cx="6830720" cy="53346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242" tIns="99060" rIns="184912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</a:t>
          </a:r>
          <a:r>
            <a:rPr lang="nl-NL" sz="2600" b="0" kern="1200" dirty="0"/>
            <a:t>orch  Transformers</a:t>
          </a:r>
          <a:endParaRPr lang="ru-RU" sz="2600" kern="1200" dirty="0"/>
        </a:p>
      </dsp:txBody>
      <dsp:txXfrm rot="10800000">
        <a:off x="1987250" y="2749680"/>
        <a:ext cx="6697355" cy="533461"/>
      </dsp:txXfrm>
    </dsp:sp>
    <dsp:sp modelId="{2D26BB0A-0592-486F-86E1-710074A62920}">
      <dsp:nvSpPr>
        <dsp:cNvPr id="0" name=""/>
        <dsp:cNvSpPr/>
      </dsp:nvSpPr>
      <dsp:spPr>
        <a:xfrm>
          <a:off x="1587154" y="2749680"/>
          <a:ext cx="533461" cy="5334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8836F-5601-40BD-B476-414305F6425C}">
      <dsp:nvSpPr>
        <dsp:cNvPr id="0" name=""/>
        <dsp:cNvSpPr/>
      </dsp:nvSpPr>
      <dsp:spPr>
        <a:xfrm rot="10800000">
          <a:off x="1853885" y="3437038"/>
          <a:ext cx="6830720" cy="53346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242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   Langdetect  </a:t>
          </a:r>
          <a:r>
            <a:rPr lang="nl-NL" sz="2500" b="0" kern="1200" dirty="0"/>
            <a:t>LanguageDetectorBuilder</a:t>
          </a:r>
          <a:endParaRPr lang="ru-RU" sz="2500" kern="1200" dirty="0"/>
        </a:p>
      </dsp:txBody>
      <dsp:txXfrm rot="10800000">
        <a:off x="1987250" y="3437038"/>
        <a:ext cx="6697355" cy="533461"/>
      </dsp:txXfrm>
    </dsp:sp>
    <dsp:sp modelId="{D4CF5DE6-377E-424B-98BF-5591E2151484}">
      <dsp:nvSpPr>
        <dsp:cNvPr id="0" name=""/>
        <dsp:cNvSpPr/>
      </dsp:nvSpPr>
      <dsp:spPr>
        <a:xfrm>
          <a:off x="1587154" y="3437038"/>
          <a:ext cx="533461" cy="5334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PictureCircles">
  <dgm:title val=""/>
  <dgm:desc val=""/>
  <dgm:catLst>
    <dgm:cat type="picture" pri="17000"/>
    <dgm:cat type="pictureconvert" pri="1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3" destOrd="0"/>
      </dgm:cxnLst>
      <dgm:bg/>
      <dgm:whole/>
    </dgm:dataModel>
  </dgm:clrData>
  <dgm:layoutNode name="Name0">
    <dgm:varLst>
      <dgm:chMax/>
      <dgm:chPref/>
      <dgm:dir/>
    </dgm:varLst>
    <dgm:alg type="lin">
      <dgm:param type="linDir" val="fromT"/>
      <dgm:param type="fallback" val="2D"/>
      <dgm:param type="horzAlign" val="ctr"/>
      <dgm:param type="nodeVertAlign" val="t"/>
    </dgm:alg>
    <dgm:shape xmlns:r="http://schemas.openxmlformats.org/officeDocument/2006/relationships" r:blip="">
      <dgm:adjLst/>
    </dgm:shape>
    <dgm:choose name="Name1">
      <dgm:if name="Name2" axis="ch" ptType="node" func="cnt" op="gte" val="2">
        <dgm:constrLst>
          <dgm:constr type="primFontSz" for="des" ptType="node" op="equ" val="65"/>
          <dgm:constr type="w" for="ch" forName="composite" refType="h" refFor="ch" refForName="composite" fact="2.9499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if>
      <dgm:else name="Name3">
        <dgm:constrLst>
          <dgm:constr type="primFontSz" for="des" ptType="node" op="equ" val="65"/>
          <dgm:constr type="w" for="ch" forName="composite" refType="h" refFor="ch" refForName="composite" fact="1.9752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else>
    </dgm:choose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4">
          <dgm:if name="Name5" axis="precedSib" ptType="sibTrans" func="cnt" op="lte" val="0">
            <dgm:choose name="Name6">
              <dgm:if name="Name7" axis="followSib" ptType="sibTrans" func="cnt" op="lte" val="0">
                <dgm:choose name="Name8">
                  <dgm:if name="Name9" func="var" arg="dir" op="equ" val="norm">
                    <dgm:constrLst>
                      <dgm:constr type="l" for="ch" forName="Accent" refType="w" fact="0.4937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5494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if>
                  <dgm:else name="Name10">
                    <dgm:constrLst>
                      <dgm:constr type="l" for="ch" forName="Accent" refType="w" fact="0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0557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.3773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else>
                </dgm:choose>
              </dgm:if>
              <dgm:else name="Name11">
                <dgm:choose name="Name12">
                  <dgm:if name="Name13" func="var" arg="dir" op="equ" val="norm">
                    <dgm:choose name="Name14">
                      <dgm:if name="Name15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16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if>
                  <dgm:else name="Name17">
                    <dgm:choose name="Name18">
                      <dgm:if name="Name19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20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else>
                </dgm:choose>
              </dgm:else>
            </dgm:choose>
          </dgm:if>
          <dgm:else name="Name21">
            <dgm:choose name="Name22">
              <dgm:if name="Name23" func="var" arg="dir" op="equ" val="norm">
                <dgm:choose name="Name24">
                  <dgm:if name="Name25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26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if>
              <dgm:else name="Name27">
                <dgm:choose name="Name28">
                  <dgm:if name="Name29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30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else>
            </dgm:choose>
          </dgm:else>
        </dgm:choose>
        <dgm:layoutNode name="Accent" styleLbl="alignNode1">
          <dgm:varLst>
            <dgm:chMax val="0"/>
            <dgm:chPref val="0"/>
          </dgm:varLst>
          <dgm:alg type="sp"/>
          <dgm:shape xmlns:r="http://schemas.openxmlformats.org/officeDocument/2006/relationships" type="donut" r:blip="">
            <dgm:adjLst>
              <dgm:adj idx="1" val="0.1101"/>
            </dgm:adjLst>
          </dgm:shape>
          <dgm:presOf/>
        </dgm:layoutNode>
        <dgm:layoutNode name="Image" styleLbl="bgImgPlace1">
          <dgm:varLst>
            <dgm:chMax val="0"/>
            <dgm:chPref val="0"/>
            <dgm:bulletEnabled val="1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fgAccFollowNode1">
          <dgm:varLst>
            <dgm:chMax val="0"/>
            <dgm:chPref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Space">
          <dgm:varLst>
            <dgm:chMax val="0"/>
            <dgm:chPref val="0"/>
          </dgm:varLst>
          <dgm:alg type="sp"/>
          <dgm:shape xmlns:r="http://schemas.openxmlformats.org/officeDocument/2006/relationships" r:blip="">
            <dgm:adjLst/>
          </dgm:shape>
          <dgm:presOf/>
        </dgm:layoutNode>
      </dgm:layoutNode>
      <dgm:forEach name="Name31" axis="followSib" ptType="sibTrans" cnt="1">
        <dgm:layoutNode name="ConnectorComposite">
          <dgm:alg type="composite">
            <dgm:param type="ar" val=".4"/>
          </dgm:alg>
          <dgm:shape xmlns:r="http://schemas.openxmlformats.org/officeDocument/2006/relationships" r:blip="">
            <dgm:adjLst/>
          </dgm:shape>
          <dgm:constrLst>
            <dgm:constr type="l" for="ch" forName="TopSpacing" refType="w" fact="0"/>
            <dgm:constr type="t" for="ch" forName="TopSpacing" refType="h" fact="0"/>
            <dgm:constr type="h" for="ch" forName="TopSpacing" refType="h" fact="0.3"/>
            <dgm:constr type="w" for="ch" forName="TopSpacing" refType="w"/>
            <dgm:constr type="l" for="ch" forName="Connector" refType="w" fact="0"/>
            <dgm:constr type="t" for="ch" forName="Connector" refType="h" fact="0.3"/>
            <dgm:constr type="h" for="ch" forName="Connector" refType="h" fact="0.4"/>
            <dgm:constr type="w" for="ch" forName="Connector" refType="h" refFor="ch" refForName="Connector"/>
            <dgm:constr type="l" for="ch" forName="BottomSpacing" refType="w" fact="0"/>
            <dgm:constr type="t" for="ch" forName="BottomSpacing" refType="h" fact="0.7"/>
            <dgm:constr type="h" for="ch" forName="BottomSpacing" refType="h" fact="0.3"/>
            <dgm:constr type="w" for="ch" forName="BottomSpacing" refType="w"/>
          </dgm:constrLst>
          <dgm:layoutNode name="TopSpacing">
            <dgm:alg type="sp"/>
            <dgm:shape xmlns:r="http://schemas.openxmlformats.org/officeDocument/2006/relationships" r:blip="">
              <dgm:adjLst/>
            </dgm:shape>
          </dgm:layoutNode>
          <dgm:layoutNode name="Connector" styleLbl="alignNode1">
            <dgm:alg type="sp"/>
            <dgm:shape xmlns:r="http://schemas.openxmlformats.org/officeDocument/2006/relationships" type="flowChartConnector" r:blip="">
              <dgm:adjLst/>
            </dgm:shape>
            <dgm:presOf/>
          </dgm:layoutNode>
          <dgm:layoutNode name="BottomSpacing">
            <dgm:alg type="sp"/>
            <dgm:shape xmlns:r="http://schemas.openxmlformats.org/officeDocument/2006/relationships" r:blip="">
              <dgm:adjLst/>
            </dgm:shape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AlternatingPictureCircles">
  <dgm:title val=""/>
  <dgm:desc val=""/>
  <dgm:catLst>
    <dgm:cat type="picture" pri="17000"/>
    <dgm:cat type="pictureconvert" pri="1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3" destOrd="0"/>
      </dgm:cxnLst>
      <dgm:bg/>
      <dgm:whole/>
    </dgm:dataModel>
  </dgm:clrData>
  <dgm:layoutNode name="Name0">
    <dgm:varLst>
      <dgm:chMax/>
      <dgm:chPref/>
      <dgm:dir/>
    </dgm:varLst>
    <dgm:alg type="lin">
      <dgm:param type="linDir" val="fromT"/>
      <dgm:param type="fallback" val="2D"/>
      <dgm:param type="horzAlign" val="ctr"/>
      <dgm:param type="nodeVertAlign" val="t"/>
    </dgm:alg>
    <dgm:shape xmlns:r="http://schemas.openxmlformats.org/officeDocument/2006/relationships" r:blip="">
      <dgm:adjLst/>
    </dgm:shape>
    <dgm:choose name="Name1">
      <dgm:if name="Name2" axis="ch" ptType="node" func="cnt" op="gte" val="2">
        <dgm:constrLst>
          <dgm:constr type="primFontSz" for="des" ptType="node" op="equ" val="65"/>
          <dgm:constr type="w" for="ch" forName="composite" refType="h" refFor="ch" refForName="composite" fact="2.9499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if>
      <dgm:else name="Name3">
        <dgm:constrLst>
          <dgm:constr type="primFontSz" for="des" ptType="node" op="equ" val="65"/>
          <dgm:constr type="w" for="ch" forName="composite" refType="h" refFor="ch" refForName="composite" fact="1.9752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else>
    </dgm:choose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4">
          <dgm:if name="Name5" axis="precedSib" ptType="sibTrans" func="cnt" op="lte" val="0">
            <dgm:choose name="Name6">
              <dgm:if name="Name7" axis="followSib" ptType="sibTrans" func="cnt" op="lte" val="0">
                <dgm:choose name="Name8">
                  <dgm:if name="Name9" func="var" arg="dir" op="equ" val="norm">
                    <dgm:constrLst>
                      <dgm:constr type="l" for="ch" forName="Accent" refType="w" fact="0.4937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5494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if>
                  <dgm:else name="Name10">
                    <dgm:constrLst>
                      <dgm:constr type="l" for="ch" forName="Accent" refType="w" fact="0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0557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.3773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else>
                </dgm:choose>
              </dgm:if>
              <dgm:else name="Name11">
                <dgm:choose name="Name12">
                  <dgm:if name="Name13" func="var" arg="dir" op="equ" val="norm">
                    <dgm:choose name="Name14">
                      <dgm:if name="Name15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16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if>
                  <dgm:else name="Name17">
                    <dgm:choose name="Name18">
                      <dgm:if name="Name19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20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else>
                </dgm:choose>
              </dgm:else>
            </dgm:choose>
          </dgm:if>
          <dgm:else name="Name21">
            <dgm:choose name="Name22">
              <dgm:if name="Name23" func="var" arg="dir" op="equ" val="norm">
                <dgm:choose name="Name24">
                  <dgm:if name="Name25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26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if>
              <dgm:else name="Name27">
                <dgm:choose name="Name28">
                  <dgm:if name="Name29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30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else>
            </dgm:choose>
          </dgm:else>
        </dgm:choose>
        <dgm:layoutNode name="Accent" styleLbl="alignNode1">
          <dgm:varLst>
            <dgm:chMax val="0"/>
            <dgm:chPref val="0"/>
          </dgm:varLst>
          <dgm:alg type="sp"/>
          <dgm:shape xmlns:r="http://schemas.openxmlformats.org/officeDocument/2006/relationships" type="donut" r:blip="">
            <dgm:adjLst>
              <dgm:adj idx="1" val="0.1101"/>
            </dgm:adjLst>
          </dgm:shape>
          <dgm:presOf/>
        </dgm:layoutNode>
        <dgm:layoutNode name="Image" styleLbl="bgImgPlace1">
          <dgm:varLst>
            <dgm:chMax val="0"/>
            <dgm:chPref val="0"/>
            <dgm:bulletEnabled val="1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fgAccFollowNode1">
          <dgm:varLst>
            <dgm:chMax val="0"/>
            <dgm:chPref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Space">
          <dgm:varLst>
            <dgm:chMax val="0"/>
            <dgm:chPref val="0"/>
          </dgm:varLst>
          <dgm:alg type="sp"/>
          <dgm:shape xmlns:r="http://schemas.openxmlformats.org/officeDocument/2006/relationships" r:blip="">
            <dgm:adjLst/>
          </dgm:shape>
          <dgm:presOf/>
        </dgm:layoutNode>
      </dgm:layoutNode>
      <dgm:forEach name="Name31" axis="followSib" ptType="sibTrans" cnt="1">
        <dgm:layoutNode name="ConnectorComposite">
          <dgm:alg type="composite">
            <dgm:param type="ar" val=".4"/>
          </dgm:alg>
          <dgm:shape xmlns:r="http://schemas.openxmlformats.org/officeDocument/2006/relationships" r:blip="">
            <dgm:adjLst/>
          </dgm:shape>
          <dgm:constrLst>
            <dgm:constr type="l" for="ch" forName="TopSpacing" refType="w" fact="0"/>
            <dgm:constr type="t" for="ch" forName="TopSpacing" refType="h" fact="0"/>
            <dgm:constr type="h" for="ch" forName="TopSpacing" refType="h" fact="0.3"/>
            <dgm:constr type="w" for="ch" forName="TopSpacing" refType="w"/>
            <dgm:constr type="l" for="ch" forName="Connector" refType="w" fact="0"/>
            <dgm:constr type="t" for="ch" forName="Connector" refType="h" fact="0.3"/>
            <dgm:constr type="h" for="ch" forName="Connector" refType="h" fact="0.4"/>
            <dgm:constr type="w" for="ch" forName="Connector" refType="h" refFor="ch" refForName="Connector"/>
            <dgm:constr type="l" for="ch" forName="BottomSpacing" refType="w" fact="0"/>
            <dgm:constr type="t" for="ch" forName="BottomSpacing" refType="h" fact="0.7"/>
            <dgm:constr type="h" for="ch" forName="BottomSpacing" refType="h" fact="0.3"/>
            <dgm:constr type="w" for="ch" forName="BottomSpacing" refType="w"/>
          </dgm:constrLst>
          <dgm:layoutNode name="TopSpacing">
            <dgm:alg type="sp"/>
            <dgm:shape xmlns:r="http://schemas.openxmlformats.org/officeDocument/2006/relationships" r:blip="">
              <dgm:adjLst/>
            </dgm:shape>
          </dgm:layoutNode>
          <dgm:layoutNode name="Connector" styleLbl="alignNode1">
            <dgm:alg type="sp"/>
            <dgm:shape xmlns:r="http://schemas.openxmlformats.org/officeDocument/2006/relationships" type="flowChartConnector" r:blip="">
              <dgm:adjLst/>
            </dgm:shape>
            <dgm:presOf/>
          </dgm:layoutNode>
          <dgm:layoutNode name="BottomSpacing">
            <dgm:alg type="sp"/>
            <dgm:shape xmlns:r="http://schemas.openxmlformats.org/officeDocument/2006/relationships" r:blip="">
              <dgm:adjLst/>
            </dgm:shape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81E227-A4C5-4B46-B8FC-901290E14C03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D89E8-8BBF-4887-BC76-1091F18C5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96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D89E8-8BBF-4887-BC76-1091F18C5A9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036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D89E8-8BBF-4887-BC76-1091F18C5A9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496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644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41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25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81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793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80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78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40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85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99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6950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903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6340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059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957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46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8013E-1777-4416-938C-D3A648661F2A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28B86A6-B484-4BDE-AFDA-4D9BAFA1A0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68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diagramData" Target="../diagrams/data3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17" Type="http://schemas.microsoft.com/office/2007/relationships/diagramDrawing" Target="../diagrams/drawing3.xml"/><Relationship Id="rId2" Type="http://schemas.openxmlformats.org/officeDocument/2006/relationships/diagramData" Target="../diagrams/data2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38.png"/><Relationship Id="rId5" Type="http://schemas.openxmlformats.org/officeDocument/2006/relationships/diagramColors" Target="../diagrams/colors2.xml"/><Relationship Id="rId15" Type="http://schemas.openxmlformats.org/officeDocument/2006/relationships/diagramQuickStyle" Target="../diagrams/quickStyle3.xml"/><Relationship Id="rId10" Type="http://schemas.openxmlformats.org/officeDocument/2006/relationships/image" Target="../media/image37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6.png"/><Relationship Id="rId1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image" Target="../media/image35.svg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image" Target="../media/image34.png"/><Relationship Id="rId17" Type="http://schemas.openxmlformats.org/officeDocument/2006/relationships/image" Target="../media/image42.svg"/><Relationship Id="rId2" Type="http://schemas.openxmlformats.org/officeDocument/2006/relationships/diagramData" Target="../diagrams/data4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image" Target="../media/image39.svg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50.png"/><Relationship Id="rId18" Type="http://schemas.openxmlformats.org/officeDocument/2006/relationships/image" Target="../media/image55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44.png"/><Relationship Id="rId12" Type="http://schemas.openxmlformats.org/officeDocument/2006/relationships/image" Target="../media/image49.svg"/><Relationship Id="rId17" Type="http://schemas.openxmlformats.org/officeDocument/2006/relationships/image" Target="../media/image54.png"/><Relationship Id="rId2" Type="http://schemas.openxmlformats.org/officeDocument/2006/relationships/diagramData" Target="../diagrams/data6.xml"/><Relationship Id="rId16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openxmlformats.org/officeDocument/2006/relationships/image" Target="../media/image48.png"/><Relationship Id="rId5" Type="http://schemas.openxmlformats.org/officeDocument/2006/relationships/diagramColors" Target="../diagrams/colors6.xml"/><Relationship Id="rId15" Type="http://schemas.openxmlformats.org/officeDocument/2006/relationships/image" Target="../media/image52.png"/><Relationship Id="rId10" Type="http://schemas.openxmlformats.org/officeDocument/2006/relationships/image" Target="../media/image47.sv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BA3DC-6E82-CBD9-86F9-B0A7A5363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27" y="1003852"/>
            <a:ext cx="7766936" cy="4071450"/>
          </a:xfrm>
        </p:spPr>
        <p:txBody>
          <a:bodyPr>
            <a:normAutofit fontScale="90000"/>
          </a:bodyPr>
          <a:lstStyle/>
          <a:p>
            <a:r>
              <a:rPr lang="ru-RU" sz="6000" dirty="0"/>
              <a:t>Датирование исторических текстов на нидерландском языке (XI</a:t>
            </a:r>
            <a:r>
              <a:rPr lang="en-US" sz="6000" dirty="0"/>
              <a:t>II</a:t>
            </a:r>
            <a:r>
              <a:rPr lang="ru-RU" sz="6000" dirty="0"/>
              <a:t>-XIX вв.)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058E81-A418-878A-7605-41A119211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470992" y="5075302"/>
            <a:ext cx="4501791" cy="1646301"/>
          </a:xfrm>
        </p:spPr>
        <p:txBody>
          <a:bodyPr>
            <a:normAutofit/>
          </a:bodyPr>
          <a:lstStyle/>
          <a:p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r>
              <a:rPr lang="ru-RU" dirty="0"/>
              <a:t>Балакирева Полина</a:t>
            </a:r>
          </a:p>
        </p:txBody>
      </p:sp>
    </p:spTree>
    <p:extLst>
      <p:ext uri="{BB962C8B-B14F-4D97-AF65-F5344CB8AC3E}">
        <p14:creationId xmlns:p14="http://schemas.microsoft.com/office/powerpoint/2010/main" val="42774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FBFE1F-7DB0-05A9-1A6D-0952A60E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проекта, область применения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05124F-9F40-734D-3B57-19BA391C6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307" y="1715395"/>
            <a:ext cx="8176722" cy="4193916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   Обучение модели, которая бы </a:t>
            </a:r>
            <a:r>
              <a:rPr lang="ru-RU" sz="3000" b="1" dirty="0"/>
              <a:t>классифицировала произведения на нидерландском языке в зависимости от века, в котором они изданы</a:t>
            </a:r>
            <a:endParaRPr lang="en-US" sz="3000" b="1" dirty="0"/>
          </a:p>
          <a:p>
            <a:pPr marL="0" indent="0">
              <a:buNone/>
            </a:pPr>
            <a:endParaRPr lang="ru-RU" sz="3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   Модель может быть полезна:</a:t>
            </a:r>
          </a:p>
          <a:p>
            <a:pPr marL="400050" lvl="1" indent="0">
              <a:buNone/>
            </a:pPr>
            <a:r>
              <a:rPr lang="ru-RU" sz="2800" dirty="0"/>
              <a:t>при автоматическом распределении текстов в зависимости от времени издания (например, по рубрикам на сайте), если у текстов нет выходных данных</a:t>
            </a:r>
            <a:endParaRPr lang="en-US" sz="2800" dirty="0"/>
          </a:p>
          <a:p>
            <a:pPr marL="400050" lvl="1" indent="0">
              <a:buNone/>
            </a:pPr>
            <a:r>
              <a:rPr lang="ru-RU" sz="2800" dirty="0"/>
              <a:t>в датировании вновь обнаруживаемых исторических текстов и подтверждении даты издания уже датированных текстов</a:t>
            </a:r>
          </a:p>
          <a:p>
            <a:pPr marL="0" indent="0">
              <a:buNone/>
            </a:pPr>
            <a:endParaRPr lang="ru-RU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   Готовых моделей с таким функционалом в свободном доступе не найдено</a:t>
            </a:r>
          </a:p>
          <a:p>
            <a:pPr marL="0" indent="0">
              <a:buNone/>
            </a:pPr>
            <a:endParaRPr lang="ru-RU" sz="3000" dirty="0"/>
          </a:p>
          <a:p>
            <a:pPr>
              <a:buFontTx/>
              <a:buChar char="-"/>
            </a:pPr>
            <a:endParaRPr lang="ru-RU" sz="3000" dirty="0"/>
          </a:p>
        </p:txBody>
      </p:sp>
      <p:pic>
        <p:nvPicPr>
          <p:cNvPr id="5" name="Рисунок 4" descr="Ежедневник со сплошной заливкой">
            <a:extLst>
              <a:ext uri="{FF2B5EF4-FFF2-40B4-BE49-F238E27FC236}">
                <a16:creationId xmlns:a16="http://schemas.microsoft.com/office/drawing/2014/main" id="{29028B86-A551-E6CC-CC96-5BA3E58D0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335" y="3479354"/>
            <a:ext cx="462702" cy="462702"/>
          </a:xfrm>
          <a:prstGeom prst="rect">
            <a:avLst/>
          </a:prstGeom>
        </p:spPr>
      </p:pic>
      <p:pic>
        <p:nvPicPr>
          <p:cNvPr id="7" name="Рисунок 6" descr="Часы со сплошной заливкой">
            <a:extLst>
              <a:ext uri="{FF2B5EF4-FFF2-40B4-BE49-F238E27FC236}">
                <a16:creationId xmlns:a16="http://schemas.microsoft.com/office/drawing/2014/main" id="{6BAEDA90-3E79-9666-2D19-9FA7D9F8B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334" y="4263602"/>
            <a:ext cx="462703" cy="46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3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6E544-C7DA-CD68-1844-A2EA8549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Формирование корпуса</a:t>
            </a:r>
          </a:p>
        </p:txBody>
      </p:sp>
      <p:graphicFrame>
        <p:nvGraphicFramePr>
          <p:cNvPr id="35" name="Схема 34">
            <a:extLst>
              <a:ext uri="{FF2B5EF4-FFF2-40B4-BE49-F238E27FC236}">
                <a16:creationId xmlns:a16="http://schemas.microsoft.com/office/drawing/2014/main" id="{7C6C9DD5-C72A-9A49-A851-5782FA244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031869"/>
              </p:ext>
            </p:extLst>
          </p:nvPr>
        </p:nvGraphicFramePr>
        <p:xfrm>
          <a:off x="4975668" y="1638272"/>
          <a:ext cx="4591359" cy="3581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65BE3C0-AF64-7BAE-8E51-248590D94B9F}"/>
              </a:ext>
            </a:extLst>
          </p:cNvPr>
          <p:cNvSpPr/>
          <p:nvPr/>
        </p:nvSpPr>
        <p:spPr>
          <a:xfrm>
            <a:off x="1182159" y="5711190"/>
            <a:ext cx="6549390" cy="883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i="1" dirty="0"/>
              <a:t>https://www.dbnl.org/letterkunde/pd/</a:t>
            </a:r>
          </a:p>
          <a:p>
            <a:pPr algn="ctr"/>
            <a:r>
              <a:rPr lang="en-US" i="1" dirty="0"/>
              <a:t>https://ivdnt.org/corpora-lexica/corpus-middelnederlands</a:t>
            </a:r>
            <a:endParaRPr lang="ru-RU" i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AA316E-F5C8-6A01-DF24-A94B0A71AD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127" y="1959284"/>
            <a:ext cx="2189691" cy="16157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1CB606-B5C3-36E5-7D19-79313BD0F3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581" y="3429000"/>
            <a:ext cx="2102274" cy="16171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723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C7D572-6D93-A5D0-A356-E1DC874B2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97904"/>
            <a:ext cx="4496890" cy="370332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6D0D9-4ED6-DCED-B87F-0BEDC4C0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Изучение данных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6BF732E-9E02-B147-58EF-2712925DEB0F}"/>
              </a:ext>
            </a:extLst>
          </p:cNvPr>
          <p:cNvSpPr/>
          <p:nvPr/>
        </p:nvSpPr>
        <p:spPr>
          <a:xfrm>
            <a:off x="5147343" y="1584443"/>
            <a:ext cx="4426684" cy="495817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0CC9503-1F61-21A2-29B4-B39C2A93EBD8}"/>
              </a:ext>
            </a:extLst>
          </p:cNvPr>
          <p:cNvSpPr/>
          <p:nvPr/>
        </p:nvSpPr>
        <p:spPr>
          <a:xfrm>
            <a:off x="5147343" y="2674858"/>
            <a:ext cx="4426684" cy="345955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F061808-C943-74A6-1503-6C93BFFF1382}"/>
              </a:ext>
            </a:extLst>
          </p:cNvPr>
          <p:cNvSpPr/>
          <p:nvPr/>
        </p:nvSpPr>
        <p:spPr>
          <a:xfrm>
            <a:off x="5147343" y="4854723"/>
            <a:ext cx="4426684" cy="345955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33F5E7D-11A2-F59F-3F6E-5661409053A0}"/>
              </a:ext>
            </a:extLst>
          </p:cNvPr>
          <p:cNvSpPr/>
          <p:nvPr/>
        </p:nvSpPr>
        <p:spPr>
          <a:xfrm>
            <a:off x="5147343" y="3320465"/>
            <a:ext cx="4426684" cy="345955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D7AE188-3E14-84F9-7890-6B1AF70F0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395" y="1604250"/>
            <a:ext cx="4068581" cy="4090628"/>
          </a:xfrm>
        </p:spPr>
        <p:txBody>
          <a:bodyPr>
            <a:normAutofit fontScale="5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уникальный идентификатор произведения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уникальный идентификатор автора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текст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название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год издания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библиотека, в которой хранится экземпляр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фамилия, имя автора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годы жизни автора</a:t>
            </a:r>
            <a:endParaRPr lang="en-US" sz="30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пол автора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жанр/род произведения</a:t>
            </a:r>
          </a:p>
          <a:p>
            <a:pPr>
              <a:buFontTx/>
              <a:buChar char="-"/>
            </a:pPr>
            <a:endParaRPr lang="ru-RU" sz="3000" dirty="0"/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4D939FA4-B27B-975C-7BE8-B21E3D8B2B98}"/>
              </a:ext>
            </a:extLst>
          </p:cNvPr>
          <p:cNvSpPr txBox="1">
            <a:spLocks/>
          </p:cNvSpPr>
          <p:nvPr/>
        </p:nvSpPr>
        <p:spPr>
          <a:xfrm>
            <a:off x="1147033" y="5935721"/>
            <a:ext cx="3150855" cy="419415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* </a:t>
            </a:r>
            <a:r>
              <a:rPr lang="ru-RU" sz="3000" dirty="0"/>
              <a:t>группы текстов в классификации, данной в метаданных к текстам на сайте </a:t>
            </a:r>
            <a:r>
              <a:rPr lang="en-US" sz="3000" dirty="0"/>
              <a:t>DBNL</a:t>
            </a:r>
            <a:endParaRPr lang="ru-RU" sz="30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9452CDB-D3EB-1092-A262-67FD5FD874C4}"/>
              </a:ext>
            </a:extLst>
          </p:cNvPr>
          <p:cNvCxnSpPr>
            <a:cxnSpLocks/>
          </p:cNvCxnSpPr>
          <p:nvPr/>
        </p:nvCxnSpPr>
        <p:spPr>
          <a:xfrm>
            <a:off x="3954780" y="3931920"/>
            <a:ext cx="857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63C349F-19D7-A347-7078-9ABCCF4FE54F}"/>
              </a:ext>
            </a:extLst>
          </p:cNvPr>
          <p:cNvCxnSpPr>
            <a:cxnSpLocks/>
          </p:cNvCxnSpPr>
          <p:nvPr/>
        </p:nvCxnSpPr>
        <p:spPr>
          <a:xfrm>
            <a:off x="3089910" y="5143528"/>
            <a:ext cx="12934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60553B-2938-5C81-C9EF-0E37E02112A8}"/>
              </a:ext>
            </a:extLst>
          </p:cNvPr>
          <p:cNvSpPr txBox="1"/>
          <p:nvPr/>
        </p:nvSpPr>
        <p:spPr>
          <a:xfrm>
            <a:off x="4631930" y="3649564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23A3CF-429E-40D8-32BE-1886763E63A2}"/>
              </a:ext>
            </a:extLst>
          </p:cNvPr>
          <p:cNvSpPr txBox="1"/>
          <p:nvPr/>
        </p:nvSpPr>
        <p:spPr>
          <a:xfrm>
            <a:off x="4210934" y="4831346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/>
                </a:solidFill>
              </a:rPr>
              <a:t>?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000FEE3-0036-0D6B-7F95-4BF6D20BEA13}"/>
              </a:ext>
            </a:extLst>
          </p:cNvPr>
          <p:cNvCxnSpPr>
            <a:cxnSpLocks/>
          </p:cNvCxnSpPr>
          <p:nvPr/>
        </p:nvCxnSpPr>
        <p:spPr>
          <a:xfrm>
            <a:off x="2468880" y="2308860"/>
            <a:ext cx="507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EC1573-798F-4791-6F9A-BF81A75A5E94}"/>
              </a:ext>
            </a:extLst>
          </p:cNvPr>
          <p:cNvSpPr txBox="1"/>
          <p:nvPr/>
        </p:nvSpPr>
        <p:spPr>
          <a:xfrm>
            <a:off x="2818370" y="2016345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50541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1530FE00-6A73-A077-6C9F-27301EED6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2. Периодизация истории языка: выбор таргета</a:t>
            </a:r>
          </a:p>
        </p:txBody>
      </p: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FD8621E-80FF-9FFE-CC63-DD9D522218CE}"/>
              </a:ext>
            </a:extLst>
          </p:cNvPr>
          <p:cNvGrpSpPr/>
          <p:nvPr/>
        </p:nvGrpSpPr>
        <p:grpSpPr>
          <a:xfrm>
            <a:off x="677863" y="2216150"/>
            <a:ext cx="8461942" cy="3495040"/>
            <a:chOff x="812233" y="1930400"/>
            <a:chExt cx="8461942" cy="3495040"/>
          </a:xfrm>
        </p:grpSpPr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55F6C26A-3A03-A62B-FB79-49F110DAF9C3}"/>
                </a:ext>
              </a:extLst>
            </p:cNvPr>
            <p:cNvGrpSpPr/>
            <p:nvPr/>
          </p:nvGrpSpPr>
          <p:grpSpPr>
            <a:xfrm>
              <a:off x="3504605" y="1930400"/>
              <a:ext cx="5769570" cy="3495040"/>
              <a:chOff x="3504605" y="2397879"/>
              <a:chExt cx="5769570" cy="3495040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4330B9-0C60-D781-85A5-09A8E87A5E08}"/>
                  </a:ext>
                </a:extLst>
              </p:cNvPr>
              <p:cNvSpPr txBox="1"/>
              <p:nvPr/>
            </p:nvSpPr>
            <p:spPr>
              <a:xfrm>
                <a:off x="4121244" y="2397879"/>
                <a:ext cx="1532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Middle Dutch</a:t>
                </a:r>
                <a:endParaRPr lang="ru-RU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2D992ED-FDDA-3903-FAC1-5625E84D71E1}"/>
                  </a:ext>
                </a:extLst>
              </p:cNvPr>
              <p:cNvSpPr txBox="1"/>
              <p:nvPr/>
            </p:nvSpPr>
            <p:spPr>
              <a:xfrm>
                <a:off x="6358454" y="2397879"/>
                <a:ext cx="1611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Modern Dutch</a:t>
                </a:r>
                <a:endParaRPr lang="ru-RU" dirty="0"/>
              </a:p>
            </p:txBody>
          </p:sp>
          <p:cxnSp>
            <p:nvCxnSpPr>
              <p:cNvPr id="34" name="Прямая соединительная линия 33">
                <a:extLst>
                  <a:ext uri="{FF2B5EF4-FFF2-40B4-BE49-F238E27FC236}">
                    <a16:creationId xmlns:a16="http://schemas.microsoft.com/office/drawing/2014/main" id="{62E22E4A-FB4B-05C2-CC1F-0802BF33A340}"/>
                  </a:ext>
                </a:extLst>
              </p:cNvPr>
              <p:cNvCxnSpPr/>
              <p:nvPr/>
            </p:nvCxnSpPr>
            <p:spPr>
              <a:xfrm>
                <a:off x="4206240" y="2767211"/>
                <a:ext cx="0" cy="484624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Прямая соединительная линия 34">
                <a:extLst>
                  <a:ext uri="{FF2B5EF4-FFF2-40B4-BE49-F238E27FC236}">
                    <a16:creationId xmlns:a16="http://schemas.microsoft.com/office/drawing/2014/main" id="{5679401A-8389-F308-D421-2EC1957DEA3D}"/>
                  </a:ext>
                </a:extLst>
              </p:cNvPr>
              <p:cNvCxnSpPr/>
              <p:nvPr/>
            </p:nvCxnSpPr>
            <p:spPr>
              <a:xfrm>
                <a:off x="5570220" y="2767211"/>
                <a:ext cx="0" cy="484624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Прямая соединительная линия 35">
                <a:extLst>
                  <a:ext uri="{FF2B5EF4-FFF2-40B4-BE49-F238E27FC236}">
                    <a16:creationId xmlns:a16="http://schemas.microsoft.com/office/drawing/2014/main" id="{F7538D6B-57A6-E400-8B9E-0EEFCC68D63E}"/>
                  </a:ext>
                </a:extLst>
              </p:cNvPr>
              <p:cNvCxnSpPr/>
              <p:nvPr/>
            </p:nvCxnSpPr>
            <p:spPr>
              <a:xfrm>
                <a:off x="8515350" y="2767211"/>
                <a:ext cx="0" cy="484624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Прямая соединительная линия 36">
                <a:extLst>
                  <a:ext uri="{FF2B5EF4-FFF2-40B4-BE49-F238E27FC236}">
                    <a16:creationId xmlns:a16="http://schemas.microsoft.com/office/drawing/2014/main" id="{3E0727B9-7C2B-C2B5-B747-16288044DE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06240" y="2760742"/>
                <a:ext cx="4309110" cy="0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" name="Группа 62">
                <a:extLst>
                  <a:ext uri="{FF2B5EF4-FFF2-40B4-BE49-F238E27FC236}">
                    <a16:creationId xmlns:a16="http://schemas.microsoft.com/office/drawing/2014/main" id="{77A90FF5-C470-6874-A389-9407E33097C7}"/>
                  </a:ext>
                </a:extLst>
              </p:cNvPr>
              <p:cNvGrpSpPr/>
              <p:nvPr/>
            </p:nvGrpSpPr>
            <p:grpSpPr>
              <a:xfrm>
                <a:off x="3504605" y="3251835"/>
                <a:ext cx="5769570" cy="2641084"/>
                <a:chOff x="3504605" y="3251835"/>
                <a:chExt cx="5769570" cy="2641084"/>
              </a:xfrm>
            </p:grpSpPr>
            <p:grpSp>
              <p:nvGrpSpPr>
                <p:cNvPr id="62" name="Группа 61">
                  <a:extLst>
                    <a:ext uri="{FF2B5EF4-FFF2-40B4-BE49-F238E27FC236}">
                      <a16:creationId xmlns:a16="http://schemas.microsoft.com/office/drawing/2014/main" id="{ABE3C800-213E-BCA0-D8EF-C6B3D10FD463}"/>
                    </a:ext>
                  </a:extLst>
                </p:cNvPr>
                <p:cNvGrpSpPr/>
                <p:nvPr/>
              </p:nvGrpSpPr>
              <p:grpSpPr>
                <a:xfrm>
                  <a:off x="3855567" y="3251835"/>
                  <a:ext cx="5162702" cy="742594"/>
                  <a:chOff x="3855567" y="3251835"/>
                  <a:chExt cx="5162702" cy="742594"/>
                </a:xfrm>
              </p:grpSpPr>
              <p:cxnSp>
                <p:nvCxnSpPr>
                  <p:cNvPr id="7" name="Прямая соединительная линия 6">
                    <a:extLst>
                      <a:ext uri="{FF2B5EF4-FFF2-40B4-BE49-F238E27FC236}">
                        <a16:creationId xmlns:a16="http://schemas.microsoft.com/office/drawing/2014/main" id="{ABD485EF-BAA4-4FA6-6CAB-E632E9DA4E7A}"/>
                      </a:ext>
                    </a:extLst>
                  </p:cNvPr>
                  <p:cNvCxnSpPr/>
                  <p:nvPr/>
                </p:nvCxnSpPr>
                <p:spPr>
                  <a:xfrm>
                    <a:off x="4206240" y="3268980"/>
                    <a:ext cx="0" cy="35433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Прямая соединительная линия 7">
                    <a:extLst>
                      <a:ext uri="{FF2B5EF4-FFF2-40B4-BE49-F238E27FC236}">
                        <a16:creationId xmlns:a16="http://schemas.microsoft.com/office/drawing/2014/main" id="{0B848E95-521B-8D0D-0FAA-BEBB7D50298D}"/>
                      </a:ext>
                    </a:extLst>
                  </p:cNvPr>
                  <p:cNvCxnSpPr/>
                  <p:nvPr/>
                </p:nvCxnSpPr>
                <p:spPr>
                  <a:xfrm>
                    <a:off x="5570220" y="3251835"/>
                    <a:ext cx="0" cy="35433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Прямая соединительная линия 10">
                    <a:extLst>
                      <a:ext uri="{FF2B5EF4-FFF2-40B4-BE49-F238E27FC236}">
                        <a16:creationId xmlns:a16="http://schemas.microsoft.com/office/drawing/2014/main" id="{DC8A52A1-3BBB-6176-3CED-F4D935467533}"/>
                      </a:ext>
                    </a:extLst>
                  </p:cNvPr>
                  <p:cNvCxnSpPr/>
                  <p:nvPr/>
                </p:nvCxnSpPr>
                <p:spPr>
                  <a:xfrm>
                    <a:off x="7082790" y="3251835"/>
                    <a:ext cx="0" cy="35433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Прямая соединительная линия 12">
                    <a:extLst>
                      <a:ext uri="{FF2B5EF4-FFF2-40B4-BE49-F238E27FC236}">
                        <a16:creationId xmlns:a16="http://schemas.microsoft.com/office/drawing/2014/main" id="{47084D0F-5165-15D8-752B-C4688B367A99}"/>
                      </a:ext>
                    </a:extLst>
                  </p:cNvPr>
                  <p:cNvCxnSpPr/>
                  <p:nvPr/>
                </p:nvCxnSpPr>
                <p:spPr>
                  <a:xfrm>
                    <a:off x="8515350" y="3251835"/>
                    <a:ext cx="0" cy="35433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F415CB1-0526-32AC-3AD8-F550500DC348}"/>
                      </a:ext>
                    </a:extLst>
                  </p:cNvPr>
                  <p:cNvSpPr txBox="1"/>
                  <p:nvPr/>
                </p:nvSpPr>
                <p:spPr>
                  <a:xfrm>
                    <a:off x="5233619" y="3623310"/>
                    <a:ext cx="82295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dirty="0"/>
                      <a:t>1500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A350FE6-D399-D202-3688-32946B2CE183}"/>
                      </a:ext>
                    </a:extLst>
                  </p:cNvPr>
                  <p:cNvSpPr txBox="1"/>
                  <p:nvPr/>
                </p:nvSpPr>
                <p:spPr>
                  <a:xfrm>
                    <a:off x="6752645" y="3623310"/>
                    <a:ext cx="82295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dirty="0"/>
                      <a:t>1700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39475B2A-1CDD-D7EC-84B7-884D0271C4A2}"/>
                      </a:ext>
                    </a:extLst>
                  </p:cNvPr>
                  <p:cNvSpPr txBox="1"/>
                  <p:nvPr/>
                </p:nvSpPr>
                <p:spPr>
                  <a:xfrm>
                    <a:off x="8195310" y="3625097"/>
                    <a:ext cx="82295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dirty="0"/>
                      <a:t>1900</a:t>
                    </a: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22577F9B-80E6-3996-83F5-720542514EFA}"/>
                      </a:ext>
                    </a:extLst>
                  </p:cNvPr>
                  <p:cNvSpPr txBox="1"/>
                  <p:nvPr/>
                </p:nvSpPr>
                <p:spPr>
                  <a:xfrm>
                    <a:off x="3855567" y="3625097"/>
                    <a:ext cx="82295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ru-RU" dirty="0"/>
                      <a:t>1200</a:t>
                    </a:r>
                  </a:p>
                </p:txBody>
              </p:sp>
            </p:grpSp>
            <p:grpSp>
              <p:nvGrpSpPr>
                <p:cNvPr id="61" name="Группа 60">
                  <a:extLst>
                    <a:ext uri="{FF2B5EF4-FFF2-40B4-BE49-F238E27FC236}">
                      <a16:creationId xmlns:a16="http://schemas.microsoft.com/office/drawing/2014/main" id="{187462BA-FF15-2663-5CC7-EF5ED0DED193}"/>
                    </a:ext>
                  </a:extLst>
                </p:cNvPr>
                <p:cNvGrpSpPr/>
                <p:nvPr/>
              </p:nvGrpSpPr>
              <p:grpSpPr>
                <a:xfrm>
                  <a:off x="3504605" y="3420945"/>
                  <a:ext cx="5769570" cy="2471974"/>
                  <a:chOff x="3504605" y="3420945"/>
                  <a:chExt cx="5769570" cy="2471974"/>
                </a:xfrm>
              </p:grpSpPr>
              <p:cxnSp>
                <p:nvCxnSpPr>
                  <p:cNvPr id="3" name="Прямая со стрелкой 2">
                    <a:extLst>
                      <a:ext uri="{FF2B5EF4-FFF2-40B4-BE49-F238E27FC236}">
                        <a16:creationId xmlns:a16="http://schemas.microsoft.com/office/drawing/2014/main" id="{CD1D4381-31A5-EB92-3598-C44C38AF95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54780" y="3429000"/>
                    <a:ext cx="5319395" cy="0"/>
                  </a:xfrm>
                  <a:prstGeom prst="straightConnector1">
                    <a:avLst/>
                  </a:prstGeom>
                  <a:ln w="28575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0" name="Группа 59">
                    <a:extLst>
                      <a:ext uri="{FF2B5EF4-FFF2-40B4-BE49-F238E27FC236}">
                        <a16:creationId xmlns:a16="http://schemas.microsoft.com/office/drawing/2014/main" id="{4432A499-9163-E1E2-092F-1A4FA8574A26}"/>
                      </a:ext>
                    </a:extLst>
                  </p:cNvPr>
                  <p:cNvGrpSpPr/>
                  <p:nvPr/>
                </p:nvGrpSpPr>
                <p:grpSpPr>
                  <a:xfrm>
                    <a:off x="3504605" y="3420945"/>
                    <a:ext cx="5599972" cy="2471974"/>
                    <a:chOff x="3504605" y="3420945"/>
                    <a:chExt cx="5599972" cy="2471974"/>
                  </a:xfrm>
                </p:grpSpPr>
                <p:cxnSp>
                  <p:nvCxnSpPr>
                    <p:cNvPr id="41" name="Прямая соединительная линия 40">
                      <a:extLst>
                        <a:ext uri="{FF2B5EF4-FFF2-40B4-BE49-F238E27FC236}">
                          <a16:creationId xmlns:a16="http://schemas.microsoft.com/office/drawing/2014/main" id="{BDE9B509-1D0F-3253-6083-DC12CFACA1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24704" y="3420945"/>
                      <a:ext cx="0" cy="85209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Прямая соединительная линия 45">
                      <a:extLst>
                        <a:ext uri="{FF2B5EF4-FFF2-40B4-BE49-F238E27FC236}">
                          <a16:creationId xmlns:a16="http://schemas.microsoft.com/office/drawing/2014/main" id="{76003557-474B-D74F-FF13-51CFFA9E23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604810" y="3429000"/>
                      <a:ext cx="0" cy="162433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Прямая соединительная линия 49">
                      <a:extLst>
                        <a:ext uri="{FF2B5EF4-FFF2-40B4-BE49-F238E27FC236}">
                          <a16:creationId xmlns:a16="http://schemas.microsoft.com/office/drawing/2014/main" id="{76934F45-2A3B-7D6D-DBE5-BC2CD5E9AA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84570" y="3422332"/>
                      <a:ext cx="0" cy="1842769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Прямая соединительная линия 51">
                      <a:extLst>
                        <a:ext uri="{FF2B5EF4-FFF2-40B4-BE49-F238E27FC236}">
                          <a16:creationId xmlns:a16="http://schemas.microsoft.com/office/drawing/2014/main" id="{E9195682-DA58-41E9-2803-6B5B1FA4C7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529904" y="3422332"/>
                      <a:ext cx="5133" cy="845422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Прямая соединительная линия 54">
                      <a:extLst>
                        <a:ext uri="{FF2B5EF4-FFF2-40B4-BE49-F238E27FC236}">
                          <a16:creationId xmlns:a16="http://schemas.microsoft.com/office/drawing/2014/main" id="{7C9FEC29-3286-1023-A9D6-9161EB3519C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756526" y="3420945"/>
                      <a:ext cx="5133" cy="845422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9" name="Группа 58">
                      <a:extLst>
                        <a:ext uri="{FF2B5EF4-FFF2-40B4-BE49-F238E27FC236}">
                          <a16:creationId xmlns:a16="http://schemas.microsoft.com/office/drawing/2014/main" id="{A8398749-8028-648B-045A-619F16CFC8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04605" y="4248621"/>
                      <a:ext cx="5599972" cy="1644298"/>
                      <a:chOff x="3504605" y="4248621"/>
                      <a:chExt cx="5599972" cy="1644298"/>
                    </a:xfrm>
                  </p:grpSpPr>
                  <p:sp>
                    <p:nvSpPr>
                      <p:cNvPr id="49" name="Прямоугольник 48">
                        <a:extLst>
                          <a:ext uri="{FF2B5EF4-FFF2-40B4-BE49-F238E27FC236}">
                            <a16:creationId xmlns:a16="http://schemas.microsoft.com/office/drawing/2014/main" id="{4A5797C4-74AC-D78F-2820-C65E368A0C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63112" y="4248621"/>
                        <a:ext cx="1059763" cy="976469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  <a:alpha val="42000"/>
                        </a:schemeClr>
                      </a:solidFill>
                      <a:ln>
                        <a:noFill/>
                      </a:ln>
                    </p:spPr>
                    <p:style>
                      <a:lnRef idx="3">
                        <a:schemeClr val="lt1"/>
                      </a:lnRef>
                      <a:fillRef idx="1">
                        <a:schemeClr val="accent2"/>
                      </a:fillRef>
                      <a:effectRef idx="1">
                        <a:schemeClr val="accent2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ru-RU" sz="1400" dirty="0">
                            <a:solidFill>
                              <a:schemeClr val="tx1"/>
                            </a:solidFill>
                          </a:rPr>
                          <a:t>Первый офиц. перевод Библии</a:t>
                        </a:r>
                      </a:p>
                    </p:txBody>
                  </p:sp>
                  <p:grpSp>
                    <p:nvGrpSpPr>
                      <p:cNvPr id="58" name="Группа 57">
                        <a:extLst>
                          <a:ext uri="{FF2B5EF4-FFF2-40B4-BE49-F238E27FC236}">
                            <a16:creationId xmlns:a16="http://schemas.microsoft.com/office/drawing/2014/main" id="{3FE56306-6AEF-AF6B-3BF7-71E9A74F848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504605" y="4273035"/>
                        <a:ext cx="2773747" cy="1619884"/>
                        <a:chOff x="3504605" y="4273035"/>
                        <a:chExt cx="2773747" cy="1619884"/>
                      </a:xfrm>
                    </p:grpSpPr>
                    <p:sp>
                      <p:nvSpPr>
                        <p:cNvPr id="44" name="Прямоугольник 43">
                          <a:extLst>
                            <a:ext uri="{FF2B5EF4-FFF2-40B4-BE49-F238E27FC236}">
                              <a16:creationId xmlns:a16="http://schemas.microsoft.com/office/drawing/2014/main" id="{AE5874DC-CA88-0BCE-8B90-759C703205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15466" y="4273035"/>
                          <a:ext cx="1077057" cy="617844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40000"/>
                            <a:lumOff val="60000"/>
                            <a:alpha val="42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3">
                          <a:schemeClr val="lt1"/>
                        </a:lnRef>
                        <a:fillRef idx="1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ru-RU" sz="1400" dirty="0">
                              <a:solidFill>
                                <a:schemeClr val="tx1"/>
                              </a:solidFill>
                            </a:rPr>
                            <a:t>Печатный станок</a:t>
                          </a:r>
                        </a:p>
                      </p:txBody>
                    </p:sp>
                    <p:sp>
                      <p:nvSpPr>
                        <p:cNvPr id="48" name="Прямоугольник 47">
                          <a:extLst>
                            <a:ext uri="{FF2B5EF4-FFF2-40B4-BE49-F238E27FC236}">
                              <a16:creationId xmlns:a16="http://schemas.microsoft.com/office/drawing/2014/main" id="{F29D83DB-C7E5-3D58-A951-D3B08D9206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504605" y="5069044"/>
                          <a:ext cx="1378049" cy="823875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40000"/>
                            <a:lumOff val="60000"/>
                            <a:alpha val="42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3">
                          <a:schemeClr val="lt1"/>
                        </a:lnRef>
                        <a:fillRef idx="1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ru-RU" sz="1400" dirty="0">
                              <a:solidFill>
                                <a:schemeClr val="tx1"/>
                              </a:solidFill>
                            </a:rPr>
                            <a:t>Диалекты, фонетическое письмо</a:t>
                          </a:r>
                        </a:p>
                      </p:txBody>
                    </p:sp>
                    <p:sp>
                      <p:nvSpPr>
                        <p:cNvPr id="53" name="Прямоугольник 52">
                          <a:extLst>
                            <a:ext uri="{FF2B5EF4-FFF2-40B4-BE49-F238E27FC236}">
                              <a16:creationId xmlns:a16="http://schemas.microsoft.com/office/drawing/2014/main" id="{586A872A-3119-0D58-8DB6-B1E6BC8F57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79962" y="5265101"/>
                          <a:ext cx="1198390" cy="617844"/>
                        </a:xfrm>
                        <a:prstGeom prst="rect">
                          <a:avLst/>
                        </a:prstGeom>
                        <a:solidFill>
                          <a:schemeClr val="accent2">
                            <a:lumMod val="40000"/>
                            <a:lumOff val="60000"/>
                            <a:alpha val="42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3">
                          <a:schemeClr val="lt1"/>
                        </a:lnRef>
                        <a:fillRef idx="1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ru-RU" sz="1400" dirty="0">
                              <a:solidFill>
                                <a:schemeClr val="tx1"/>
                              </a:solidFill>
                            </a:rPr>
                            <a:t>Первая грамматика</a:t>
                          </a:r>
                        </a:p>
                      </p:txBody>
                    </p:sp>
                  </p:grpSp>
                  <p:sp>
                    <p:nvSpPr>
                      <p:cNvPr id="56" name="Прямоугольник 55">
                        <a:extLst>
                          <a:ext uri="{FF2B5EF4-FFF2-40B4-BE49-F238E27FC236}">
                            <a16:creationId xmlns:a16="http://schemas.microsoft.com/office/drawing/2014/main" id="{377636BA-07D7-B0B2-6A26-C7D7637543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1314" y="4258310"/>
                        <a:ext cx="1563263" cy="61506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  <a:alpha val="42000"/>
                        </a:schemeClr>
                      </a:solidFill>
                      <a:ln>
                        <a:noFill/>
                      </a:ln>
                    </p:spPr>
                    <p:style>
                      <a:lnRef idx="3">
                        <a:schemeClr val="lt1"/>
                      </a:lnRef>
                      <a:fillRef idx="1">
                        <a:schemeClr val="accent2"/>
                      </a:fillRef>
                      <a:effectRef idx="1">
                        <a:schemeClr val="accent2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ru-RU" sz="1400" dirty="0">
                            <a:solidFill>
                              <a:schemeClr val="tx1"/>
                            </a:solidFill>
                          </a:rPr>
                          <a:t>Первые правила правописания</a:t>
                        </a:r>
                      </a:p>
                    </p:txBody>
                  </p:sp>
                </p:grpSp>
              </p:grpSp>
            </p:grpSp>
          </p:grp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5F98228-45D8-04A6-B002-5DAA6F3D9730}"/>
                </a:ext>
              </a:extLst>
            </p:cNvPr>
            <p:cNvSpPr txBox="1"/>
            <p:nvPr/>
          </p:nvSpPr>
          <p:spPr>
            <a:xfrm>
              <a:off x="812233" y="2648000"/>
              <a:ext cx="241639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/>
                <a:t>Научные статьи</a:t>
              </a:r>
            </a:p>
            <a:p>
              <a:endParaRPr lang="ru-RU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/>
                <a:t>Анализ текстов</a:t>
              </a:r>
            </a:p>
            <a:p>
              <a:endParaRPr lang="ru-RU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/>
                <a:t>Работа моделей</a:t>
              </a:r>
            </a:p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68392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A253DDD-9BF9-A785-D895-16FF41BA8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3. Баланс классов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16451A4-408B-744B-DAEE-F9B08C67E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41" y="1811264"/>
            <a:ext cx="4286413" cy="3949455"/>
          </a:xfrm>
          <a:prstGeom prst="rect">
            <a:avLst/>
          </a:prstGeom>
        </p:spPr>
      </p:pic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D5F8C089-BFBF-CBAB-9643-C6D6B1FCCD26}"/>
              </a:ext>
            </a:extLst>
          </p:cNvPr>
          <p:cNvGrpSpPr/>
          <p:nvPr/>
        </p:nvGrpSpPr>
        <p:grpSpPr>
          <a:xfrm>
            <a:off x="4761932" y="2219169"/>
            <a:ext cx="4671465" cy="3087923"/>
            <a:chOff x="5269026" y="2337857"/>
            <a:chExt cx="4671465" cy="3087923"/>
          </a:xfrm>
        </p:grpSpPr>
        <p:sp>
          <p:nvSpPr>
            <p:cNvPr id="23" name="Стрелка: вправо 22">
              <a:extLst>
                <a:ext uri="{FF2B5EF4-FFF2-40B4-BE49-F238E27FC236}">
                  <a16:creationId xmlns:a16="http://schemas.microsoft.com/office/drawing/2014/main" id="{530E0AF8-FDA4-8010-33D3-D88734C322FB}"/>
                </a:ext>
              </a:extLst>
            </p:cNvPr>
            <p:cNvSpPr/>
            <p:nvPr/>
          </p:nvSpPr>
          <p:spPr>
            <a:xfrm>
              <a:off x="5320126" y="3557392"/>
              <a:ext cx="868680" cy="457200"/>
            </a:xfrm>
            <a:prstGeom prst="rightArrow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AC3558B9-1553-01F2-1F24-4182F67812DC}"/>
                </a:ext>
              </a:extLst>
            </p:cNvPr>
            <p:cNvGrpSpPr/>
            <p:nvPr/>
          </p:nvGrpSpPr>
          <p:grpSpPr>
            <a:xfrm>
              <a:off x="5269026" y="2337857"/>
              <a:ext cx="4671465" cy="3087923"/>
              <a:chOff x="5269026" y="2337857"/>
              <a:chExt cx="4671465" cy="308792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C93421-34D6-D5ED-B3EB-C22FCBAF2E7C}"/>
                  </a:ext>
                </a:extLst>
              </p:cNvPr>
              <p:cNvSpPr txBox="1"/>
              <p:nvPr/>
            </p:nvSpPr>
            <p:spPr>
              <a:xfrm>
                <a:off x="6633498" y="3245395"/>
                <a:ext cx="28577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Корректировки моделей в связи с несбалансированностью классов</a:t>
                </a:r>
              </a:p>
            </p:txBody>
          </p:sp>
          <p:pic>
            <p:nvPicPr>
              <p:cNvPr id="26" name="Рисунок 25">
                <a:extLst>
                  <a:ext uri="{FF2B5EF4-FFF2-40B4-BE49-F238E27FC236}">
                    <a16:creationId xmlns:a16="http://schemas.microsoft.com/office/drawing/2014/main" id="{29892998-1B6C-6044-6A4E-BBB74E17E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69026" y="2337857"/>
                <a:ext cx="4671465" cy="335309"/>
              </a:xfrm>
              <a:prstGeom prst="rect">
                <a:avLst/>
              </a:prstGeom>
            </p:spPr>
          </p:pic>
          <p:pic>
            <p:nvPicPr>
              <p:cNvPr id="28" name="Рисунок 27">
                <a:extLst>
                  <a:ext uri="{FF2B5EF4-FFF2-40B4-BE49-F238E27FC236}">
                    <a16:creationId xmlns:a16="http://schemas.microsoft.com/office/drawing/2014/main" id="{52A795FA-BE16-5729-F4AD-850A7A02FD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01542" y="5067609"/>
                <a:ext cx="3406435" cy="35817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5522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982497CC-D11A-4AAD-DD6B-BDAF30DD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ru-RU" dirty="0"/>
              <a:t>. Препроцессинг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524288E-0CF6-B104-BD69-A8E971299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81" y="4923332"/>
            <a:ext cx="7437437" cy="11222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BBBD27A-5B9C-912F-E3B7-C0588E570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725" y="1619641"/>
            <a:ext cx="2095934" cy="999687"/>
          </a:xfrm>
          <a:prstGeom prst="rect">
            <a:avLst/>
          </a:prstGeom>
        </p:spPr>
      </p:pic>
      <p:sp>
        <p:nvSpPr>
          <p:cNvPr id="29" name="Объект 2">
            <a:extLst>
              <a:ext uri="{FF2B5EF4-FFF2-40B4-BE49-F238E27FC236}">
                <a16:creationId xmlns:a16="http://schemas.microsoft.com/office/drawing/2014/main" id="{E36073E3-937B-512A-ED73-BF49459F2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812155"/>
            <a:ext cx="4431347" cy="2762251"/>
          </a:xfrm>
        </p:spPr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Удаление </a:t>
            </a:r>
            <a:r>
              <a:rPr lang="ru-RU" sz="3000" b="1" dirty="0"/>
              <a:t>выходных данных книги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Очищение текста </a:t>
            </a:r>
            <a:r>
              <a:rPr lang="ru-RU" sz="3000" b="1" dirty="0"/>
              <a:t>от специальных знаков </a:t>
            </a:r>
            <a:r>
              <a:rPr lang="ru-RU" sz="3000" dirty="0"/>
              <a:t>(в том числе квадратных скобок, которые обозначают неразборчивый / несохранившийся текст), множественных переносов / пробелов)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000" dirty="0"/>
              <a:t>Приведение к </a:t>
            </a:r>
            <a:r>
              <a:rPr lang="ru-RU" sz="3000" b="1" dirty="0"/>
              <a:t>нижнему регистру</a:t>
            </a:r>
          </a:p>
          <a:p>
            <a:pPr>
              <a:buFontTx/>
              <a:buChar char="-"/>
            </a:pPr>
            <a:endParaRPr lang="ru-RU" sz="3000" dirty="0"/>
          </a:p>
        </p:txBody>
      </p:sp>
      <p:sp>
        <p:nvSpPr>
          <p:cNvPr id="30" name="Стрелка: вправо 29">
            <a:extLst>
              <a:ext uri="{FF2B5EF4-FFF2-40B4-BE49-F238E27FC236}">
                <a16:creationId xmlns:a16="http://schemas.microsoft.com/office/drawing/2014/main" id="{D9558629-8E64-D6BB-7982-C2DD32C860C1}"/>
              </a:ext>
            </a:extLst>
          </p:cNvPr>
          <p:cNvSpPr/>
          <p:nvPr/>
        </p:nvSpPr>
        <p:spPr>
          <a:xfrm>
            <a:off x="5364639" y="3375386"/>
            <a:ext cx="868680" cy="4572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974FF3CC-06A1-AE23-878D-A93CC03B31BA}"/>
              </a:ext>
            </a:extLst>
          </p:cNvPr>
          <p:cNvSpPr txBox="1">
            <a:spLocks/>
          </p:cNvSpPr>
          <p:nvPr/>
        </p:nvSpPr>
        <p:spPr>
          <a:xfrm>
            <a:off x="6488748" y="3172186"/>
            <a:ext cx="2550391" cy="13208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ru-RU" sz="3000" dirty="0"/>
              <a:t>Токенизация</a:t>
            </a:r>
          </a:p>
          <a:p>
            <a:pPr>
              <a:buFontTx/>
              <a:buChar char="-"/>
            </a:pPr>
            <a:r>
              <a:rPr lang="ru-RU" sz="3000" dirty="0"/>
              <a:t>Разбивка на предложения</a:t>
            </a:r>
          </a:p>
        </p:txBody>
      </p:sp>
      <p:sp>
        <p:nvSpPr>
          <p:cNvPr id="32" name="Объект 2">
            <a:extLst>
              <a:ext uri="{FF2B5EF4-FFF2-40B4-BE49-F238E27FC236}">
                <a16:creationId xmlns:a16="http://schemas.microsoft.com/office/drawing/2014/main" id="{C8F5652B-379C-F346-C41F-4976BC7546D4}"/>
              </a:ext>
            </a:extLst>
          </p:cNvPr>
          <p:cNvSpPr txBox="1">
            <a:spLocks/>
          </p:cNvSpPr>
          <p:nvPr/>
        </p:nvSpPr>
        <p:spPr>
          <a:xfrm>
            <a:off x="1110588" y="6285450"/>
            <a:ext cx="5378160" cy="218016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* + </a:t>
            </a:r>
            <a:r>
              <a:rPr lang="ru-RU" sz="3000" dirty="0"/>
              <a:t>см. слайд 11</a:t>
            </a:r>
          </a:p>
        </p:txBody>
      </p:sp>
    </p:spTree>
    <p:extLst>
      <p:ext uri="{BB962C8B-B14F-4D97-AF65-F5344CB8AC3E}">
        <p14:creationId xmlns:p14="http://schemas.microsoft.com/office/powerpoint/2010/main" val="166806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6FCD8B0-0D25-15F3-4720-EF9503AD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Препроцессинг: лемматизация</a:t>
            </a:r>
            <a:r>
              <a:rPr lang="en-US" dirty="0"/>
              <a:t>, </a:t>
            </a:r>
            <a:r>
              <a:rPr lang="ru-RU" dirty="0"/>
              <a:t>грамматические признаки?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ECADBD14-3F5B-2A9F-2A82-FD480DE86AB1}"/>
              </a:ext>
            </a:extLst>
          </p:cNvPr>
          <p:cNvGrpSpPr/>
          <p:nvPr/>
        </p:nvGrpSpPr>
        <p:grpSpPr>
          <a:xfrm>
            <a:off x="1236905" y="2311185"/>
            <a:ext cx="6754788" cy="1637028"/>
            <a:chOff x="677863" y="2118362"/>
            <a:chExt cx="6754788" cy="1637028"/>
          </a:xfrm>
        </p:grpSpPr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49C14695-2F71-0280-6E02-091B6619645D}"/>
                </a:ext>
              </a:extLst>
            </p:cNvPr>
            <p:cNvGrpSpPr/>
            <p:nvPr/>
          </p:nvGrpSpPr>
          <p:grpSpPr>
            <a:xfrm>
              <a:off x="677863" y="2118362"/>
              <a:ext cx="5120640" cy="1637028"/>
              <a:chOff x="677863" y="2118362"/>
              <a:chExt cx="5120640" cy="1637028"/>
            </a:xfrm>
          </p:grpSpPr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2AD25172-7C10-7784-C7CB-205A3B8C8F2D}"/>
                  </a:ext>
                </a:extLst>
              </p:cNvPr>
              <p:cNvSpPr/>
              <p:nvPr/>
            </p:nvSpPr>
            <p:spPr>
              <a:xfrm>
                <a:off x="677863" y="2291081"/>
                <a:ext cx="2560320" cy="13208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Выбор признаков для классификации текстов</a:t>
                </a:r>
              </a:p>
            </p:txBody>
          </p:sp>
          <p:grpSp>
            <p:nvGrpSpPr>
              <p:cNvPr id="32" name="Группа 31">
                <a:extLst>
                  <a:ext uri="{FF2B5EF4-FFF2-40B4-BE49-F238E27FC236}">
                    <a16:creationId xmlns:a16="http://schemas.microsoft.com/office/drawing/2014/main" id="{75D0D15D-608F-DF06-5E01-6FBCD30309CE}"/>
                  </a:ext>
                </a:extLst>
              </p:cNvPr>
              <p:cNvGrpSpPr/>
              <p:nvPr/>
            </p:nvGrpSpPr>
            <p:grpSpPr>
              <a:xfrm>
                <a:off x="3238183" y="2448562"/>
                <a:ext cx="685800" cy="974723"/>
                <a:chOff x="3394710" y="2592071"/>
                <a:chExt cx="685800" cy="974723"/>
              </a:xfrm>
            </p:grpSpPr>
            <p:cxnSp>
              <p:nvCxnSpPr>
                <p:cNvPr id="10" name="Прямая со стрелкой 9">
                  <a:extLst>
                    <a:ext uri="{FF2B5EF4-FFF2-40B4-BE49-F238E27FC236}">
                      <a16:creationId xmlns:a16="http://schemas.microsoft.com/office/drawing/2014/main" id="{9552923A-B5CE-1B3C-A04A-03F8EEE46966}"/>
                    </a:ext>
                  </a:extLst>
                </p:cNvPr>
                <p:cNvCxnSpPr>
                  <a:cxnSpLocks/>
                  <a:stCxn id="7" idx="3"/>
                  <a:endCxn id="30" idx="1"/>
                </p:cNvCxnSpPr>
                <p:nvPr/>
              </p:nvCxnSpPr>
              <p:spPr>
                <a:xfrm flipV="1">
                  <a:off x="3394710" y="2592071"/>
                  <a:ext cx="685800" cy="50291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Прямая со стрелкой 21">
                  <a:extLst>
                    <a:ext uri="{FF2B5EF4-FFF2-40B4-BE49-F238E27FC236}">
                      <a16:creationId xmlns:a16="http://schemas.microsoft.com/office/drawing/2014/main" id="{42F9DF71-25D2-0467-8F25-C286E39D26A6}"/>
                    </a:ext>
                  </a:extLst>
                </p:cNvPr>
                <p:cNvCxnSpPr>
                  <a:cxnSpLocks/>
                  <a:stCxn id="7" idx="3"/>
                  <a:endCxn id="31" idx="1"/>
                </p:cNvCxnSpPr>
                <p:nvPr/>
              </p:nvCxnSpPr>
              <p:spPr>
                <a:xfrm>
                  <a:off x="3394710" y="3094990"/>
                  <a:ext cx="685800" cy="47180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D08B23C5-E57B-E873-F794-C5D25C9B4811}"/>
                  </a:ext>
                </a:extLst>
              </p:cNvPr>
              <p:cNvSpPr/>
              <p:nvPr/>
            </p:nvSpPr>
            <p:spPr>
              <a:xfrm>
                <a:off x="3923983" y="2118362"/>
                <a:ext cx="1874520" cy="6604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Орфография</a:t>
                </a:r>
              </a:p>
            </p:txBody>
          </p:sp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AA7F2C0D-2B4D-E7CF-4F1F-67D58522907B}"/>
                  </a:ext>
                </a:extLst>
              </p:cNvPr>
              <p:cNvSpPr/>
              <p:nvPr/>
            </p:nvSpPr>
            <p:spPr>
              <a:xfrm>
                <a:off x="3923983" y="3091180"/>
                <a:ext cx="1874520" cy="66421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Лексика, грамматика</a:t>
                </a:r>
              </a:p>
            </p:txBody>
          </p:sp>
        </p:grpSp>
        <p:pic>
          <p:nvPicPr>
            <p:cNvPr id="38" name="Рисунок 37" descr="Флажок со сплошной заливкой">
              <a:extLst>
                <a:ext uri="{FF2B5EF4-FFF2-40B4-BE49-F238E27FC236}">
                  <a16:creationId xmlns:a16="http://schemas.microsoft.com/office/drawing/2014/main" id="{8BDAE641-D3F5-DCBE-6630-3322BA060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43346" y="2966085"/>
              <a:ext cx="789305" cy="789305"/>
            </a:xfrm>
            <a:prstGeom prst="rect">
              <a:avLst/>
            </a:prstGeom>
          </p:spPr>
        </p:pic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A88C9935-FA39-FA09-531E-D6DCC8568860}"/>
                </a:ext>
              </a:extLst>
            </p:cNvPr>
            <p:cNvSpPr/>
            <p:nvPr/>
          </p:nvSpPr>
          <p:spPr>
            <a:xfrm>
              <a:off x="6643345" y="2364583"/>
              <a:ext cx="789305" cy="16795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0" name="Стрелка: вправо 39">
            <a:extLst>
              <a:ext uri="{FF2B5EF4-FFF2-40B4-BE49-F238E27FC236}">
                <a16:creationId xmlns:a16="http://schemas.microsoft.com/office/drawing/2014/main" id="{C81A63FB-31AC-4C18-A9BA-2F9F0A8F5E52}"/>
              </a:ext>
            </a:extLst>
          </p:cNvPr>
          <p:cNvSpPr/>
          <p:nvPr/>
        </p:nvSpPr>
        <p:spPr>
          <a:xfrm rot="5400000">
            <a:off x="5166956" y="4105918"/>
            <a:ext cx="506658" cy="4572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Прямоугольник: скругленные углы 4">
            <a:extLst>
              <a:ext uri="{FF2B5EF4-FFF2-40B4-BE49-F238E27FC236}">
                <a16:creationId xmlns:a16="http://schemas.microsoft.com/office/drawing/2014/main" id="{028EFA3D-5E2F-49AD-960E-AB2BB29D2302}"/>
              </a:ext>
            </a:extLst>
          </p:cNvPr>
          <p:cNvSpPr txBox="1"/>
          <p:nvPr/>
        </p:nvSpPr>
        <p:spPr>
          <a:xfrm>
            <a:off x="854609" y="5021209"/>
            <a:ext cx="1828799" cy="733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3600" kern="1200" dirty="0"/>
              <a:t>НО!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5DE9F979-49B5-4561-28D9-35B2007B2E85}"/>
              </a:ext>
            </a:extLst>
          </p:cNvPr>
          <p:cNvSpPr txBox="1">
            <a:spLocks/>
          </p:cNvSpPr>
          <p:nvPr/>
        </p:nvSpPr>
        <p:spPr>
          <a:xfrm>
            <a:off x="2796222" y="4812263"/>
            <a:ext cx="4975023" cy="13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3000" dirty="0"/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ECD4762E-1933-8EC4-6047-890F9DA9111C}"/>
              </a:ext>
            </a:extLst>
          </p:cNvPr>
          <p:cNvSpPr txBox="1">
            <a:spLocks/>
          </p:cNvSpPr>
          <p:nvPr/>
        </p:nvSpPr>
        <p:spPr>
          <a:xfrm>
            <a:off x="2226207" y="4675103"/>
            <a:ext cx="6572251" cy="184007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ru-RU" sz="3000" b="1" dirty="0"/>
              <a:t>Stanza, SpaCy не адаптированы</a:t>
            </a:r>
            <a:r>
              <a:rPr lang="ru-RU" sz="3000" dirty="0"/>
              <a:t> для исторических текстов</a:t>
            </a:r>
          </a:p>
          <a:p>
            <a:pPr>
              <a:buFontTx/>
              <a:buChar char="-"/>
            </a:pPr>
            <a:r>
              <a:rPr lang="ru-RU" sz="3000" dirty="0"/>
              <a:t>Размеченные данные и хорошие теггеры </a:t>
            </a:r>
            <a:r>
              <a:rPr lang="ru-RU" sz="3000" b="1" dirty="0"/>
              <a:t>не всегда в свободном доступе </a:t>
            </a:r>
            <a:r>
              <a:rPr lang="ru-RU" sz="3000" dirty="0"/>
              <a:t>и охватывают </a:t>
            </a:r>
            <a:r>
              <a:rPr lang="ru-RU" sz="3000" b="1" dirty="0"/>
              <a:t>не все временные периоды </a:t>
            </a:r>
            <a:r>
              <a:rPr lang="ru-RU" sz="3000" dirty="0"/>
              <a:t>(дерево составляющих </a:t>
            </a:r>
            <a:r>
              <a:rPr lang="en-US" sz="3000" dirty="0"/>
              <a:t>Etstoel</a:t>
            </a:r>
            <a:r>
              <a:rPr lang="ru-RU" sz="3000" dirty="0"/>
              <a:t>, </a:t>
            </a:r>
            <a:r>
              <a:rPr lang="en-US" sz="3000" dirty="0"/>
              <a:t> </a:t>
            </a:r>
            <a:r>
              <a:rPr lang="ru-RU" sz="3000" dirty="0"/>
              <a:t>платформа </a:t>
            </a:r>
            <a:r>
              <a:rPr lang="en-US" sz="3000" dirty="0"/>
              <a:t>CLARIN</a:t>
            </a:r>
            <a:r>
              <a:rPr lang="ru-RU" sz="3000" dirty="0"/>
              <a:t>)</a:t>
            </a:r>
          </a:p>
          <a:p>
            <a:pPr>
              <a:buFontTx/>
              <a:buChar char="-"/>
            </a:pPr>
            <a:r>
              <a:rPr lang="ru-RU" sz="3000" dirty="0"/>
              <a:t>что </a:t>
            </a:r>
            <a:r>
              <a:rPr lang="ru-RU" sz="3000" b="1" dirty="0"/>
              <a:t>оптимальнее</a:t>
            </a:r>
            <a:r>
              <a:rPr lang="ru-RU" sz="3000" dirty="0"/>
              <a:t> для решения задачи?</a:t>
            </a:r>
          </a:p>
          <a:p>
            <a:pPr>
              <a:buFontTx/>
              <a:buChar char="-"/>
            </a:pPr>
            <a:endParaRPr lang="ru-RU" sz="3000" dirty="0"/>
          </a:p>
          <a:p>
            <a:pPr>
              <a:buFontTx/>
              <a:buChar char="-"/>
            </a:pP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80646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B2689BB1-0519-536A-E556-C70EA62DF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5. Поиск признаков для обучения моделей</a:t>
            </a: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7A73A1B7-8B12-0242-F149-7CF582092876}"/>
              </a:ext>
            </a:extLst>
          </p:cNvPr>
          <p:cNvGrpSpPr/>
          <p:nvPr/>
        </p:nvGrpSpPr>
        <p:grpSpPr>
          <a:xfrm>
            <a:off x="781050" y="1983413"/>
            <a:ext cx="7865239" cy="914400"/>
            <a:chOff x="781050" y="1983413"/>
            <a:chExt cx="7865239" cy="914400"/>
          </a:xfrm>
        </p:grpSpPr>
        <p:pic>
          <p:nvPicPr>
            <p:cNvPr id="31" name="Рисунок 30" descr="Шрифт Брайля со сплошной заливкой">
              <a:extLst>
                <a:ext uri="{FF2B5EF4-FFF2-40B4-BE49-F238E27FC236}">
                  <a16:creationId xmlns:a16="http://schemas.microsoft.com/office/drawing/2014/main" id="{89D00845-2469-2628-D328-F564E9EEA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1050" y="1983413"/>
              <a:ext cx="914400" cy="914400"/>
            </a:xfrm>
            <a:prstGeom prst="rect">
              <a:avLst/>
            </a:prstGeom>
          </p:spPr>
        </p:pic>
        <p:sp>
          <p:nvSpPr>
            <p:cNvPr id="32" name="Заголовок 1">
              <a:extLst>
                <a:ext uri="{FF2B5EF4-FFF2-40B4-BE49-F238E27FC236}">
                  <a16:creationId xmlns:a16="http://schemas.microsoft.com/office/drawing/2014/main" id="{EBA0ADB9-EA35-2DB3-2780-45912381DB88}"/>
                </a:ext>
              </a:extLst>
            </p:cNvPr>
            <p:cNvSpPr txBox="1">
              <a:spLocks/>
            </p:cNvSpPr>
            <p:nvPr/>
          </p:nvSpPr>
          <p:spPr>
            <a:xfrm>
              <a:off x="1695450" y="2116040"/>
              <a:ext cx="6950839" cy="64914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36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ru-RU" dirty="0"/>
                <a:t>Конструкция отрицания (</a:t>
              </a:r>
              <a:r>
                <a:rPr lang="en-US" dirty="0" err="1"/>
                <a:t>en</a:t>
              </a:r>
              <a:r>
                <a:rPr lang="en-US" dirty="0"/>
                <a:t>… </a:t>
              </a:r>
              <a:r>
                <a:rPr lang="en-US" dirty="0" err="1"/>
                <a:t>niet</a:t>
              </a:r>
              <a:r>
                <a:rPr lang="en-US" dirty="0"/>
                <a:t>)</a:t>
              </a:r>
              <a:endParaRPr lang="ru-RU" dirty="0"/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16F58439-10CF-8EC4-C379-8436ED64453A}"/>
              </a:ext>
            </a:extLst>
          </p:cNvPr>
          <p:cNvGrpSpPr/>
          <p:nvPr/>
        </p:nvGrpSpPr>
        <p:grpSpPr>
          <a:xfrm>
            <a:off x="2570424" y="3043449"/>
            <a:ext cx="4656882" cy="1273216"/>
            <a:chOff x="844470" y="3429000"/>
            <a:chExt cx="4656882" cy="1273216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2CE4A8F7-7E99-C36E-9839-8F4C5AA05257}"/>
                </a:ext>
              </a:extLst>
            </p:cNvPr>
            <p:cNvSpPr/>
            <p:nvPr/>
          </p:nvSpPr>
          <p:spPr>
            <a:xfrm>
              <a:off x="844470" y="3429000"/>
              <a:ext cx="1273216" cy="127321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en</a:t>
              </a:r>
              <a:endParaRPr lang="ru-RU" dirty="0"/>
            </a:p>
          </p:txBody>
        </p:sp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5BEFBDE3-97B6-D684-0C23-EDF91A249DD6}"/>
                </a:ext>
              </a:extLst>
            </p:cNvPr>
            <p:cNvSpPr/>
            <p:nvPr/>
          </p:nvSpPr>
          <p:spPr>
            <a:xfrm>
              <a:off x="2536303" y="3429000"/>
              <a:ext cx="1273216" cy="127321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en</a:t>
              </a:r>
              <a:r>
                <a:rPr lang="en-US" dirty="0"/>
                <a:t>… </a:t>
              </a:r>
              <a:r>
                <a:rPr lang="en-US" dirty="0" err="1"/>
                <a:t>niet</a:t>
              </a:r>
              <a:r>
                <a:rPr lang="en-US" dirty="0"/>
                <a:t>*</a:t>
              </a:r>
              <a:endParaRPr lang="ru-RU" dirty="0"/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0BCF3073-E470-CB12-F24A-173F32F25EA2}"/>
                </a:ext>
              </a:extLst>
            </p:cNvPr>
            <p:cNvSpPr/>
            <p:nvPr/>
          </p:nvSpPr>
          <p:spPr>
            <a:xfrm>
              <a:off x="4228136" y="3429000"/>
              <a:ext cx="1273216" cy="127321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niet</a:t>
              </a:r>
              <a:r>
                <a:rPr lang="en-US" dirty="0"/>
                <a:t>*</a:t>
              </a:r>
              <a:endParaRPr lang="ru-RU" dirty="0"/>
            </a:p>
          </p:txBody>
        </p:sp>
        <p:cxnSp>
          <p:nvCxnSpPr>
            <p:cNvPr id="39" name="Прямая со стрелкой 38">
              <a:extLst>
                <a:ext uri="{FF2B5EF4-FFF2-40B4-BE49-F238E27FC236}">
                  <a16:creationId xmlns:a16="http://schemas.microsoft.com/office/drawing/2014/main" id="{5023C035-FBA2-661D-CE71-0C4081E35A7B}"/>
                </a:ext>
              </a:extLst>
            </p:cNvPr>
            <p:cNvCxnSpPr>
              <a:stCxn id="33" idx="6"/>
              <a:endCxn id="34" idx="2"/>
            </p:cNvCxnSpPr>
            <p:nvPr/>
          </p:nvCxnSpPr>
          <p:spPr>
            <a:xfrm>
              <a:off x="2117686" y="4065608"/>
              <a:ext cx="4186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>
              <a:extLst>
                <a:ext uri="{FF2B5EF4-FFF2-40B4-BE49-F238E27FC236}">
                  <a16:creationId xmlns:a16="http://schemas.microsoft.com/office/drawing/2014/main" id="{45A50AA2-13EF-D310-DDEF-2B7B0657E35C}"/>
                </a:ext>
              </a:extLst>
            </p:cNvPr>
            <p:cNvCxnSpPr/>
            <p:nvPr/>
          </p:nvCxnSpPr>
          <p:spPr>
            <a:xfrm>
              <a:off x="3809519" y="4065608"/>
              <a:ext cx="4186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1740EF86-951F-E976-AAEF-15B67D22F752}"/>
              </a:ext>
            </a:extLst>
          </p:cNvPr>
          <p:cNvGrpSpPr/>
          <p:nvPr/>
        </p:nvGrpSpPr>
        <p:grpSpPr>
          <a:xfrm>
            <a:off x="2020265" y="4702165"/>
            <a:ext cx="6301208" cy="1058741"/>
            <a:chOff x="1061856" y="4913797"/>
            <a:chExt cx="6301208" cy="1058741"/>
          </a:xfrm>
        </p:grpSpPr>
        <p:sp>
          <p:nvSpPr>
            <p:cNvPr id="29" name="Объект 2">
              <a:extLst>
                <a:ext uri="{FF2B5EF4-FFF2-40B4-BE49-F238E27FC236}">
                  <a16:creationId xmlns:a16="http://schemas.microsoft.com/office/drawing/2014/main" id="{C53503FF-E934-5227-7F1A-C1B359751D79}"/>
                </a:ext>
              </a:extLst>
            </p:cNvPr>
            <p:cNvSpPr txBox="1">
              <a:spLocks/>
            </p:cNvSpPr>
            <p:nvPr/>
          </p:nvSpPr>
          <p:spPr>
            <a:xfrm>
              <a:off x="1061856" y="4913797"/>
              <a:ext cx="3345325" cy="10587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nl-NL" sz="3000" dirty="0"/>
                <a:t>Mer ic </a:t>
              </a:r>
              <a:r>
                <a:rPr lang="nl-NL" sz="3000" b="1" u="sng" dirty="0"/>
                <a:t>en</a:t>
              </a:r>
              <a:r>
                <a:rPr lang="nl-NL" sz="3000" dirty="0"/>
                <a:t> wiste </a:t>
              </a:r>
              <a:r>
                <a:rPr lang="nl-NL" sz="3000" b="1" u="sng" dirty="0"/>
                <a:t>niet</a:t>
              </a:r>
              <a:r>
                <a:rPr lang="nl-NL" sz="3000" dirty="0"/>
                <a:t> die welke dat my best waer want ic </a:t>
              </a:r>
              <a:r>
                <a:rPr lang="nl-NL" sz="3000" b="1" u="sng" dirty="0"/>
                <a:t>en</a:t>
              </a:r>
              <a:r>
                <a:rPr lang="nl-NL" sz="3000" dirty="0"/>
                <a:t> hadde </a:t>
              </a:r>
              <a:r>
                <a:rPr lang="nl-NL" sz="3000" b="1" u="sng" dirty="0"/>
                <a:t>nie</a:t>
              </a:r>
              <a:r>
                <a:rPr lang="nl-NL" sz="3000" dirty="0"/>
                <a:t> ghewapent gheweest. </a:t>
              </a:r>
            </a:p>
            <a:p>
              <a:pPr>
                <a:buFontTx/>
                <a:buChar char="-"/>
              </a:pPr>
              <a:endParaRPr lang="ru-RU" sz="3000" dirty="0"/>
            </a:p>
            <a:p>
              <a:pPr>
                <a:buFontTx/>
                <a:buChar char="-"/>
              </a:pPr>
              <a:endParaRPr lang="ru-RU" sz="3000" dirty="0"/>
            </a:p>
          </p:txBody>
        </p:sp>
        <p:sp>
          <p:nvSpPr>
            <p:cNvPr id="43" name="Объект 2">
              <a:extLst>
                <a:ext uri="{FF2B5EF4-FFF2-40B4-BE49-F238E27FC236}">
                  <a16:creationId xmlns:a16="http://schemas.microsoft.com/office/drawing/2014/main" id="{76EF0F2D-6D3B-7F82-7700-9797472BB1E2}"/>
                </a:ext>
              </a:extLst>
            </p:cNvPr>
            <p:cNvSpPr txBox="1">
              <a:spLocks/>
            </p:cNvSpPr>
            <p:nvPr/>
          </p:nvSpPr>
          <p:spPr>
            <a:xfrm>
              <a:off x="4600936" y="5024049"/>
              <a:ext cx="2762128" cy="8076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nl-NL" sz="3000" dirty="0"/>
                <a:t>De gemeente is </a:t>
              </a:r>
              <a:r>
                <a:rPr lang="nl-NL" sz="3000" b="1" u="sng" dirty="0"/>
                <a:t>niet</a:t>
              </a:r>
              <a:r>
                <a:rPr lang="nl-NL" sz="3000" dirty="0"/>
                <a:t> akkoord gegaan met mijn verzoek.</a:t>
              </a:r>
            </a:p>
            <a:p>
              <a:pPr>
                <a:buFontTx/>
                <a:buChar char="-"/>
              </a:pPr>
              <a:endParaRPr lang="ru-RU" sz="3000" dirty="0"/>
            </a:p>
            <a:p>
              <a:pPr>
                <a:buFontTx/>
                <a:buChar char="-"/>
              </a:pPr>
              <a:endParaRPr lang="ru-RU" sz="3000" dirty="0"/>
            </a:p>
          </p:txBody>
        </p:sp>
      </p:grpSp>
      <p:sp>
        <p:nvSpPr>
          <p:cNvPr id="47" name="Объект 2">
            <a:extLst>
              <a:ext uri="{FF2B5EF4-FFF2-40B4-BE49-F238E27FC236}">
                <a16:creationId xmlns:a16="http://schemas.microsoft.com/office/drawing/2014/main" id="{C8423F1D-A230-08E9-50DF-F916647E0176}"/>
              </a:ext>
            </a:extLst>
          </p:cNvPr>
          <p:cNvSpPr txBox="1">
            <a:spLocks/>
          </p:cNvSpPr>
          <p:nvPr/>
        </p:nvSpPr>
        <p:spPr>
          <a:xfrm>
            <a:off x="1022640" y="6183648"/>
            <a:ext cx="5378160" cy="275024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/>
              <a:t>* </a:t>
            </a:r>
            <a:r>
              <a:rPr lang="ru-RU" sz="3000" dirty="0"/>
              <a:t>и другие отрицательные частицы (</a:t>
            </a:r>
            <a:r>
              <a:rPr lang="en-US" sz="3000" dirty="0" err="1"/>
              <a:t>geen</a:t>
            </a:r>
            <a:r>
              <a:rPr lang="en-US" sz="3000" dirty="0"/>
              <a:t>, nooit, </a:t>
            </a:r>
            <a:r>
              <a:rPr lang="en-US" sz="3000" dirty="0" err="1"/>
              <a:t>niemand</a:t>
            </a:r>
            <a:r>
              <a:rPr lang="en-US" sz="3000" dirty="0"/>
              <a:t>, etc.)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397984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E7BD80C-CDF2-F6C2-6775-DDAF4A28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63F4526B-C0A4-9632-5658-D9EF5A18D2BA}"/>
              </a:ext>
            </a:extLst>
          </p:cNvPr>
          <p:cNvGrpSpPr/>
          <p:nvPr/>
        </p:nvGrpSpPr>
        <p:grpSpPr>
          <a:xfrm>
            <a:off x="781050" y="1983413"/>
            <a:ext cx="7865239" cy="914400"/>
            <a:chOff x="781050" y="1983413"/>
            <a:chExt cx="7865239" cy="914400"/>
          </a:xfrm>
        </p:grpSpPr>
        <p:pic>
          <p:nvPicPr>
            <p:cNvPr id="22" name="Рисунок 21" descr="Шрифт Брайля со сплошной заливкой">
              <a:extLst>
                <a:ext uri="{FF2B5EF4-FFF2-40B4-BE49-F238E27FC236}">
                  <a16:creationId xmlns:a16="http://schemas.microsoft.com/office/drawing/2014/main" id="{23746DC4-9FF6-F879-6B7E-382B9C735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1050" y="1983413"/>
              <a:ext cx="914400" cy="914400"/>
            </a:xfrm>
            <a:prstGeom prst="rect">
              <a:avLst/>
            </a:prstGeom>
          </p:spPr>
        </p:pic>
        <p:sp>
          <p:nvSpPr>
            <p:cNvPr id="23" name="Заголовок 1">
              <a:extLst>
                <a:ext uri="{FF2B5EF4-FFF2-40B4-BE49-F238E27FC236}">
                  <a16:creationId xmlns:a16="http://schemas.microsoft.com/office/drawing/2014/main" id="{5792D06A-27F2-B61B-AD49-CAC0C076E49D}"/>
                </a:ext>
              </a:extLst>
            </p:cNvPr>
            <p:cNvSpPr txBox="1">
              <a:spLocks/>
            </p:cNvSpPr>
            <p:nvPr/>
          </p:nvSpPr>
          <p:spPr>
            <a:xfrm>
              <a:off x="1695450" y="2116040"/>
              <a:ext cx="6950839" cy="64914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36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ru-RU" sz="3300" dirty="0"/>
                <a:t>Особенности орфографии</a:t>
              </a:r>
            </a:p>
          </p:txBody>
        </p:sp>
      </p:grpSp>
      <p:sp>
        <p:nvSpPr>
          <p:cNvPr id="28" name="Объект 2">
            <a:extLst>
              <a:ext uri="{FF2B5EF4-FFF2-40B4-BE49-F238E27FC236}">
                <a16:creationId xmlns:a16="http://schemas.microsoft.com/office/drawing/2014/main" id="{B8B39411-E82D-2AF8-E8DA-DD825A73290B}"/>
              </a:ext>
            </a:extLst>
          </p:cNvPr>
          <p:cNvSpPr txBox="1">
            <a:spLocks/>
          </p:cNvSpPr>
          <p:nvPr/>
        </p:nvSpPr>
        <p:spPr>
          <a:xfrm>
            <a:off x="7061986" y="3478192"/>
            <a:ext cx="2338084" cy="1320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7000"/>
              </a:lnSpc>
              <a:spcAft>
                <a:spcPts val="800"/>
              </a:spcAft>
              <a:buNone/>
            </a:pPr>
            <a:r>
              <a:rPr lang="nl-NL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Geen din</a:t>
            </a:r>
            <a:r>
              <a:rPr lang="nl-NL" sz="3200" b="1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ck</a:t>
            </a:r>
            <a:r>
              <a:rPr lang="nl-NL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zo </a:t>
            </a:r>
            <a:r>
              <a:rPr lang="nl-NL" sz="3200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nl-NL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uckende, als dit te maken groot, \ M</a:t>
            </a:r>
            <a:r>
              <a:rPr lang="nl-NL" sz="3200" b="1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ae</a:t>
            </a:r>
            <a:r>
              <a:rPr lang="nl-NL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ct u oock herwaerts-aen, comt hier, </a:t>
            </a:r>
            <a:r>
              <a:rPr lang="nl-NL" sz="3200" b="1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gh</a:t>
            </a:r>
            <a:r>
              <a:rPr lang="nl-NL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Patrioot.</a:t>
            </a:r>
            <a:endParaRPr lang="ru-RU" sz="3000" dirty="0"/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2863D9B4-130D-5513-08AF-A8B1AD3F2581}"/>
              </a:ext>
            </a:extLst>
          </p:cNvPr>
          <p:cNvSpPr txBox="1">
            <a:spLocks/>
          </p:cNvSpPr>
          <p:nvPr/>
        </p:nvSpPr>
        <p:spPr>
          <a:xfrm>
            <a:off x="7061986" y="4967147"/>
            <a:ext cx="2086294" cy="5448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7000"/>
              </a:lnSpc>
              <a:spcAft>
                <a:spcPts val="800"/>
              </a:spcAft>
              <a:buNone/>
            </a:pP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De niev</a:t>
            </a:r>
            <a:r>
              <a:rPr lang="nl-NL" b="1" u="sng" dirty="0">
                <a:latin typeface="Calibri" panose="020F0502020204030204" pitchFamily="34" charset="0"/>
                <a:cs typeface="Calibri" panose="020F0502020204030204" pitchFamily="34" charset="0"/>
              </a:rPr>
              <a:t>vv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e </a:t>
            </a:r>
            <a:r>
              <a:rPr lang="nl-NL" b="1" u="sng" dirty="0">
                <a:latin typeface="Calibri" panose="020F0502020204030204" pitchFamily="34" charset="0"/>
                <a:cs typeface="Calibri" panose="020F0502020204030204" pitchFamily="34" charset="0"/>
              </a:rPr>
              <a:t>vv</a:t>
            </a:r>
            <a:r>
              <a:rPr lang="nl-NL" dirty="0">
                <a:latin typeface="Calibri" panose="020F0502020204030204" pitchFamily="34" charset="0"/>
                <a:cs typeface="Calibri" panose="020F0502020204030204" pitchFamily="34" charset="0"/>
              </a:rPr>
              <a:t>erelt.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7D21347-B823-5AF4-1B92-738402736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51" y="2845045"/>
            <a:ext cx="6226080" cy="319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3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731008F5-FA93-EB43-4DDC-FE154272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7496390-7C62-0BDD-4135-CB06B5AA1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567" y="2265833"/>
            <a:ext cx="4267608" cy="317371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1E2486E-AF34-235A-660D-A92662D43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65" y="2265833"/>
            <a:ext cx="4267609" cy="31737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8DED571-706C-F750-0F8D-56B1734A33E1}"/>
              </a:ext>
            </a:extLst>
          </p:cNvPr>
          <p:cNvSpPr txBox="1"/>
          <p:nvPr/>
        </p:nvSpPr>
        <p:spPr>
          <a:xfrm>
            <a:off x="1281897" y="5774984"/>
            <a:ext cx="42676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* к количеству символов без пробелов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67ABFBC0-C11D-EE4D-D237-A609D33E1529}"/>
              </a:ext>
            </a:extLst>
          </p:cNvPr>
          <p:cNvGrpSpPr/>
          <p:nvPr/>
        </p:nvGrpSpPr>
        <p:grpSpPr>
          <a:xfrm>
            <a:off x="6389225" y="1695198"/>
            <a:ext cx="1875099" cy="770210"/>
            <a:chOff x="6389225" y="1695198"/>
            <a:chExt cx="1875099" cy="770210"/>
          </a:xfrm>
        </p:grpSpPr>
        <p:cxnSp>
          <p:nvCxnSpPr>
            <p:cNvPr id="28" name="Прямая со стрелкой 27">
              <a:extLst>
                <a:ext uri="{FF2B5EF4-FFF2-40B4-BE49-F238E27FC236}">
                  <a16:creationId xmlns:a16="http://schemas.microsoft.com/office/drawing/2014/main" id="{5227212D-3424-6AB8-1A84-2EEB459AFAF9}"/>
                </a:ext>
              </a:extLst>
            </p:cNvPr>
            <p:cNvCxnSpPr/>
            <p:nvPr/>
          </p:nvCxnSpPr>
          <p:spPr>
            <a:xfrm flipH="1">
              <a:off x="6389225" y="2013995"/>
              <a:ext cx="578734" cy="4514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5DE4C7E-0C4F-28EE-67FB-BB4A9EC0F57A}"/>
                </a:ext>
              </a:extLst>
            </p:cNvPr>
            <p:cNvSpPr txBox="1"/>
            <p:nvPr/>
          </p:nvSpPr>
          <p:spPr>
            <a:xfrm>
              <a:off x="6547413" y="1695198"/>
              <a:ext cx="171691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200" dirty="0"/>
                <a:t>Что это за выбросы?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7081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2F62BFD-9435-5879-319D-BA25CCA7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A57297C-E779-D132-239A-596CE81C8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11" y="2150086"/>
            <a:ext cx="2231559" cy="1659557"/>
          </a:xfrm>
          <a:prstGeom prst="rect">
            <a:avLst/>
          </a:prstGeom>
        </p:spPr>
      </p:pic>
      <p:sp>
        <p:nvSpPr>
          <p:cNvPr id="27" name="Овал 26">
            <a:extLst>
              <a:ext uri="{FF2B5EF4-FFF2-40B4-BE49-F238E27FC236}">
                <a16:creationId xmlns:a16="http://schemas.microsoft.com/office/drawing/2014/main" id="{6C7B88E3-18F7-1815-98D1-55828F45BD1F}"/>
              </a:ext>
            </a:extLst>
          </p:cNvPr>
          <p:cNvSpPr/>
          <p:nvPr/>
        </p:nvSpPr>
        <p:spPr>
          <a:xfrm>
            <a:off x="1192191" y="2184811"/>
            <a:ext cx="335667" cy="334166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EEBD51E4-EA3E-BAF3-B4C2-D5D80E58F404}"/>
              </a:ext>
            </a:extLst>
          </p:cNvPr>
          <p:cNvSpPr txBox="1">
            <a:spLocks/>
          </p:cNvSpPr>
          <p:nvPr/>
        </p:nvSpPr>
        <p:spPr>
          <a:xfrm>
            <a:off x="3692324" y="2145096"/>
            <a:ext cx="5046561" cy="1498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Французский язык, для которого характерно сочетание -</a:t>
            </a:r>
            <a:r>
              <a:rPr lang="en-US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nt </a:t>
            </a:r>
            <a:r>
              <a:rPr lang="ru-R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конце слов. </a:t>
            </a:r>
            <a:endParaRPr lang="ru-RU" sz="3000" dirty="0"/>
          </a:p>
        </p:txBody>
      </p:sp>
      <p:sp>
        <p:nvSpPr>
          <p:cNvPr id="29" name="Стрелка: вправо 28">
            <a:extLst>
              <a:ext uri="{FF2B5EF4-FFF2-40B4-BE49-F238E27FC236}">
                <a16:creationId xmlns:a16="http://schemas.microsoft.com/office/drawing/2014/main" id="{1BAB9C3E-39E7-7DED-68F7-C7D007A92090}"/>
              </a:ext>
            </a:extLst>
          </p:cNvPr>
          <p:cNvSpPr/>
          <p:nvPr/>
        </p:nvSpPr>
        <p:spPr>
          <a:xfrm>
            <a:off x="1620454" y="4363495"/>
            <a:ext cx="1091782" cy="463308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1CEC254D-AEBD-3544-176B-3C1B28437343}"/>
              </a:ext>
            </a:extLst>
          </p:cNvPr>
          <p:cNvSpPr txBox="1">
            <a:spLocks/>
          </p:cNvSpPr>
          <p:nvPr/>
        </p:nvSpPr>
        <p:spPr>
          <a:xfrm>
            <a:off x="3077933" y="3983855"/>
            <a:ext cx="6077642" cy="1320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этапе препроцессинга текстов важна </a:t>
            </a:r>
            <a:r>
              <a:rPr lang="ru-RU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детекция языка</a:t>
            </a:r>
            <a:r>
              <a:rPr lang="ru-R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на котором написан текст</a:t>
            </a:r>
            <a:endParaRPr lang="ru-RU" sz="3000" dirty="0"/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1493BBB5-2DE8-39D2-184A-EF1C2D3BEA9C}"/>
              </a:ext>
            </a:extLst>
          </p:cNvPr>
          <p:cNvSpPr txBox="1">
            <a:spLocks/>
          </p:cNvSpPr>
          <p:nvPr/>
        </p:nvSpPr>
        <p:spPr>
          <a:xfrm>
            <a:off x="1824190" y="5626398"/>
            <a:ext cx="5630372" cy="73323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использование стандартных библиотек, например </a:t>
            </a:r>
            <a:r>
              <a:rPr lang="en-US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langdetect</a:t>
            </a:r>
            <a:r>
              <a:rPr lang="ru-R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не адаптировано под исторические тексты, поэтому</a:t>
            </a:r>
            <a:r>
              <a:rPr lang="en-US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langdetect</a:t>
            </a:r>
            <a:r>
              <a:rPr lang="ru-RU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может захватить лишние тексты / не увидеть какие-то тексты</a:t>
            </a:r>
            <a:endParaRPr lang="ru-RU" sz="3000" dirty="0"/>
          </a:p>
        </p:txBody>
      </p:sp>
      <p:sp>
        <p:nvSpPr>
          <p:cNvPr id="32" name="Прямоугольник: скругленные углы 4">
            <a:extLst>
              <a:ext uri="{FF2B5EF4-FFF2-40B4-BE49-F238E27FC236}">
                <a16:creationId xmlns:a16="http://schemas.microsoft.com/office/drawing/2014/main" id="{E3C2EEDA-C6FD-9D10-7DC4-A232FE0EDE19}"/>
              </a:ext>
            </a:extLst>
          </p:cNvPr>
          <p:cNvSpPr txBox="1"/>
          <p:nvPr/>
        </p:nvSpPr>
        <p:spPr>
          <a:xfrm>
            <a:off x="445624" y="5626398"/>
            <a:ext cx="1828799" cy="7332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3600" kern="1200" dirty="0"/>
              <a:t>НО!</a:t>
            </a:r>
          </a:p>
        </p:txBody>
      </p:sp>
    </p:spTree>
    <p:extLst>
      <p:ext uri="{BB962C8B-B14F-4D97-AF65-F5344CB8AC3E}">
        <p14:creationId xmlns:p14="http://schemas.microsoft.com/office/powerpoint/2010/main" val="1283262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FD8DB98-0960-8D2B-9CBF-AB476AC68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9CA2178-2BBA-571A-0DAE-671CB436F1C8}"/>
              </a:ext>
            </a:extLst>
          </p:cNvPr>
          <p:cNvGrpSpPr/>
          <p:nvPr/>
        </p:nvGrpSpPr>
        <p:grpSpPr>
          <a:xfrm>
            <a:off x="781050" y="1983413"/>
            <a:ext cx="7865239" cy="914400"/>
            <a:chOff x="781050" y="1983413"/>
            <a:chExt cx="7865239" cy="914400"/>
          </a:xfrm>
        </p:grpSpPr>
        <p:pic>
          <p:nvPicPr>
            <p:cNvPr id="7" name="Рисунок 6" descr="Шрифт Брайля со сплошной заливкой">
              <a:extLst>
                <a:ext uri="{FF2B5EF4-FFF2-40B4-BE49-F238E27FC236}">
                  <a16:creationId xmlns:a16="http://schemas.microsoft.com/office/drawing/2014/main" id="{E28731C7-4835-342A-0988-6BCCF83C8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1050" y="1983413"/>
              <a:ext cx="914400" cy="914400"/>
            </a:xfrm>
            <a:prstGeom prst="rect">
              <a:avLst/>
            </a:prstGeom>
          </p:spPr>
        </p:pic>
        <p:sp>
          <p:nvSpPr>
            <p:cNvPr id="8" name="Заголовок 1">
              <a:extLst>
                <a:ext uri="{FF2B5EF4-FFF2-40B4-BE49-F238E27FC236}">
                  <a16:creationId xmlns:a16="http://schemas.microsoft.com/office/drawing/2014/main" id="{BE51D319-41BF-4C2F-961C-B76B94B799BA}"/>
                </a:ext>
              </a:extLst>
            </p:cNvPr>
            <p:cNvSpPr txBox="1">
              <a:spLocks/>
            </p:cNvSpPr>
            <p:nvPr/>
          </p:nvSpPr>
          <p:spPr>
            <a:xfrm>
              <a:off x="1695450" y="2116040"/>
              <a:ext cx="6950839" cy="64914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36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ru-RU" sz="3300" dirty="0"/>
                <a:t>Особенности грамматики</a:t>
              </a:r>
            </a:p>
          </p:txBody>
        </p:sp>
      </p:grpSp>
      <p:sp>
        <p:nvSpPr>
          <p:cNvPr id="9" name="Объект 2">
            <a:extLst>
              <a:ext uri="{FF2B5EF4-FFF2-40B4-BE49-F238E27FC236}">
                <a16:creationId xmlns:a16="http://schemas.microsoft.com/office/drawing/2014/main" id="{8F3262CB-3749-9C7A-A6BF-50318F810CF7}"/>
              </a:ext>
            </a:extLst>
          </p:cNvPr>
          <p:cNvSpPr txBox="1">
            <a:spLocks/>
          </p:cNvSpPr>
          <p:nvPr/>
        </p:nvSpPr>
        <p:spPr>
          <a:xfrm>
            <a:off x="659511" y="2992110"/>
            <a:ext cx="9022715" cy="649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Раньше в нидерландском языке было </a:t>
            </a:r>
            <a:r>
              <a:rPr lang="ru-RU" sz="32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больше падежных форм и форм глаголов </a:t>
            </a:r>
            <a:endParaRPr lang="ru-RU" sz="3000" b="1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424516E1-8E8A-09D2-EBCA-48C8AC90E578}"/>
              </a:ext>
            </a:extLst>
          </p:cNvPr>
          <p:cNvGrpSpPr/>
          <p:nvPr/>
        </p:nvGrpSpPr>
        <p:grpSpPr>
          <a:xfrm rot="5400000">
            <a:off x="4838217" y="1144268"/>
            <a:ext cx="325725" cy="4856846"/>
            <a:chOff x="4594861" y="1327394"/>
            <a:chExt cx="325725" cy="4856846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0916FB6B-6236-0FCE-DD0D-DC50AFA1F1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74626" y="2447629"/>
              <a:ext cx="2471899" cy="2314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A283D95D-BC6B-C930-79D0-958D1E06B8A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62392" y="4826047"/>
              <a:ext cx="2390663" cy="3257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Объект 2">
            <a:extLst>
              <a:ext uri="{FF2B5EF4-FFF2-40B4-BE49-F238E27FC236}">
                <a16:creationId xmlns:a16="http://schemas.microsoft.com/office/drawing/2014/main" id="{822A1A1F-B6CC-DCC0-6ED9-A88987A99DDA}"/>
              </a:ext>
            </a:extLst>
          </p:cNvPr>
          <p:cNvSpPr txBox="1">
            <a:spLocks/>
          </p:cNvSpPr>
          <p:nvPr/>
        </p:nvSpPr>
        <p:spPr>
          <a:xfrm>
            <a:off x="5532120" y="3826896"/>
            <a:ext cx="3582799" cy="1365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7000"/>
              </a:lnSpc>
              <a:spcBef>
                <a:spcPts val="0"/>
              </a:spcBef>
              <a:buNone/>
            </a:pPr>
            <a:r>
              <a:rPr lang="ru-RU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подсчет </a:t>
            </a:r>
            <a:r>
              <a:rPr lang="en-US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TTR (type-token ratio) </a:t>
            </a:r>
            <a:r>
              <a:rPr lang="ru-RU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на словоформах</a:t>
            </a: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24DEA480-4521-5AB7-CFE1-C16D459035A8}"/>
              </a:ext>
            </a:extLst>
          </p:cNvPr>
          <p:cNvSpPr txBox="1">
            <a:spLocks/>
          </p:cNvSpPr>
          <p:nvPr/>
        </p:nvSpPr>
        <p:spPr>
          <a:xfrm>
            <a:off x="594258" y="3826896"/>
            <a:ext cx="4606392" cy="773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07000"/>
              </a:lnSpc>
              <a:spcBef>
                <a:spcPts val="0"/>
              </a:spcBef>
              <a:buNone/>
            </a:pPr>
            <a:r>
              <a:rPr lang="ru-RU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поиск и подсчет отдельных специфических </a:t>
            </a:r>
            <a:r>
              <a:rPr lang="ru-RU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словоформ</a:t>
            </a:r>
            <a:r>
              <a:rPr lang="ru-RU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-индикаторов: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A73422-8517-B6D6-EB0E-12177407DF60}"/>
              </a:ext>
            </a:extLst>
          </p:cNvPr>
          <p:cNvSpPr txBox="1"/>
          <p:nvPr/>
        </p:nvSpPr>
        <p:spPr>
          <a:xfrm>
            <a:off x="5749290" y="4702965"/>
            <a:ext cx="27203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Engelsche is een Naburige Natie, een Koningryk dat </a:t>
            </a:r>
            <a:r>
              <a:rPr lang="nl-NL" sz="15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ten</a:t>
            </a:r>
            <a:r>
              <a:rPr lang="nl-NL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Noorden van ons afleid, eigentlyk een Eiland. En de Water-Geuzen zijn de Grondleggers </a:t>
            </a:r>
            <a:r>
              <a:rPr lang="nl-NL" sz="15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der</a:t>
            </a:r>
            <a:r>
              <a:rPr lang="nl-NL" sz="1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Vryheid.</a:t>
            </a:r>
            <a:endParaRPr lang="ru-RU" sz="1500" dirty="0"/>
          </a:p>
        </p:txBody>
      </p:sp>
      <p:graphicFrame>
        <p:nvGraphicFramePr>
          <p:cNvPr id="33" name="Таблица 32">
            <a:extLst>
              <a:ext uri="{FF2B5EF4-FFF2-40B4-BE49-F238E27FC236}">
                <a16:creationId xmlns:a16="http://schemas.microsoft.com/office/drawing/2014/main" id="{13A45D36-5CE2-B840-9175-71DE11F73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694375"/>
              </p:ext>
            </p:extLst>
          </p:nvPr>
        </p:nvGraphicFramePr>
        <p:xfrm>
          <a:off x="677863" y="4694608"/>
          <a:ext cx="4606392" cy="1471599"/>
        </p:xfrm>
        <a:graphic>
          <a:graphicData uri="http://schemas.openxmlformats.org/drawingml/2006/table">
            <a:tbl>
              <a:tblPr bandRow="1">
                <a:tableStyleId>{D27102A9-8310-4765-A935-A1911B00CA55}</a:tableStyleId>
              </a:tblPr>
              <a:tblGrid>
                <a:gridCol w="1579489">
                  <a:extLst>
                    <a:ext uri="{9D8B030D-6E8A-4147-A177-3AD203B41FA5}">
                      <a16:colId xmlns:a16="http://schemas.microsoft.com/office/drawing/2014/main" val="2126968204"/>
                    </a:ext>
                  </a:extLst>
                </a:gridCol>
                <a:gridCol w="3026903">
                  <a:extLst>
                    <a:ext uri="{9D8B030D-6E8A-4147-A177-3AD203B41FA5}">
                      <a16:colId xmlns:a16="http://schemas.microsoft.com/office/drawing/2014/main" val="2021691178"/>
                    </a:ext>
                  </a:extLst>
                </a:gridCol>
              </a:tblGrid>
              <a:tr h="374319">
                <a:tc>
                  <a:txBody>
                    <a:bodyPr/>
                    <a:lstStyle/>
                    <a:p>
                      <a:r>
                        <a:rPr lang="nl-NL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mi, 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склонение местоимений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166737"/>
                  </a:ext>
                </a:extLst>
              </a:tr>
              <a:tr h="374319">
                <a:tc>
                  <a:txBody>
                    <a:bodyPr/>
                    <a:lstStyle/>
                    <a:p>
                      <a:r>
                        <a:rPr lang="ru-RU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одна из форм множественного числа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617835"/>
                  </a:ext>
                </a:extLst>
              </a:tr>
              <a:tr h="374319">
                <a:tc>
                  <a:txBody>
                    <a:bodyPr/>
                    <a:lstStyle/>
                    <a:p>
                      <a:r>
                        <a:rPr lang="de-DE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des, der, den, ter, ten и др. </a:t>
                      </a:r>
                      <a:endParaRPr lang="ru-RU" sz="15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склонение артиклей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873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168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4E2B53BF-1983-CEC3-3349-2E8BF5CC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5DE2271-F384-1ED2-567A-88244E7B7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67" y="2003424"/>
            <a:ext cx="3723946" cy="2856105"/>
          </a:xfrm>
          <a:prstGeom prst="rect">
            <a:avLst/>
          </a:prstGeom>
        </p:spPr>
      </p:pic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5C11FE31-3866-DC8D-4AA8-59B70D674CB6}"/>
              </a:ext>
            </a:extLst>
          </p:cNvPr>
          <p:cNvGrpSpPr/>
          <p:nvPr/>
        </p:nvGrpSpPr>
        <p:grpSpPr>
          <a:xfrm>
            <a:off x="1157893" y="5159199"/>
            <a:ext cx="3284420" cy="1089201"/>
            <a:chOff x="975013" y="5409452"/>
            <a:chExt cx="3284420" cy="1089201"/>
          </a:xfrm>
        </p:grpSpPr>
        <p:sp>
          <p:nvSpPr>
            <p:cNvPr id="23" name="Стрелка: шеврон 22">
              <a:extLst>
                <a:ext uri="{FF2B5EF4-FFF2-40B4-BE49-F238E27FC236}">
                  <a16:creationId xmlns:a16="http://schemas.microsoft.com/office/drawing/2014/main" id="{A7E2BF32-9A55-B8D9-47DE-820B612D8ABD}"/>
                </a:ext>
              </a:extLst>
            </p:cNvPr>
            <p:cNvSpPr/>
            <p:nvPr/>
          </p:nvSpPr>
          <p:spPr>
            <a:xfrm rot="16200000">
              <a:off x="3185376" y="5318156"/>
              <a:ext cx="417894" cy="60198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7E4D7C09-3362-C0B3-90B1-15194CDB1D07}"/>
                </a:ext>
              </a:extLst>
            </p:cNvPr>
            <p:cNvGrpSpPr/>
            <p:nvPr/>
          </p:nvGrpSpPr>
          <p:grpSpPr>
            <a:xfrm>
              <a:off x="975013" y="5409452"/>
              <a:ext cx="1612884" cy="1089201"/>
              <a:chOff x="975013" y="5409452"/>
              <a:chExt cx="1612884" cy="1089201"/>
            </a:xfrm>
          </p:grpSpPr>
          <p:sp>
            <p:nvSpPr>
              <p:cNvPr id="24" name="Стрелка: шеврон 23">
                <a:extLst>
                  <a:ext uri="{FF2B5EF4-FFF2-40B4-BE49-F238E27FC236}">
                    <a16:creationId xmlns:a16="http://schemas.microsoft.com/office/drawing/2014/main" id="{D691569E-4719-E000-7308-F8839DF5CBCA}"/>
                  </a:ext>
                </a:extLst>
              </p:cNvPr>
              <p:cNvSpPr/>
              <p:nvPr/>
            </p:nvSpPr>
            <p:spPr>
              <a:xfrm rot="5400000">
                <a:off x="1572508" y="5317410"/>
                <a:ext cx="417895" cy="601980"/>
              </a:xfrm>
              <a:prstGeom prst="chevron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5DAE838-4621-FF25-0DD6-459FF3491367}"/>
                  </a:ext>
                </a:extLst>
              </p:cNvPr>
              <p:cNvSpPr txBox="1"/>
              <p:nvPr/>
            </p:nvSpPr>
            <p:spPr>
              <a:xfrm>
                <a:off x="975013" y="5852322"/>
                <a:ext cx="16128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количество словоформ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B23FA5-9233-1C41-0A31-66FAB737B3D6}"/>
                </a:ext>
              </a:extLst>
            </p:cNvPr>
            <p:cNvSpPr txBox="1"/>
            <p:nvPr/>
          </p:nvSpPr>
          <p:spPr>
            <a:xfrm>
              <a:off x="2529213" y="5852322"/>
              <a:ext cx="1730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лексическое разнообразие</a:t>
              </a: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DA548953-8623-1D27-4225-547A1EB67A6D}"/>
              </a:ext>
            </a:extLst>
          </p:cNvPr>
          <p:cNvGrpSpPr/>
          <p:nvPr/>
        </p:nvGrpSpPr>
        <p:grpSpPr>
          <a:xfrm>
            <a:off x="5533210" y="5013127"/>
            <a:ext cx="2981214" cy="1177884"/>
            <a:chOff x="5257363" y="5071262"/>
            <a:chExt cx="2981214" cy="1177884"/>
          </a:xfrm>
        </p:grpSpPr>
        <p:pic>
          <p:nvPicPr>
            <p:cNvPr id="30" name="Рисунок 29" descr="Чат со сплошной заливкой">
              <a:extLst>
                <a:ext uri="{FF2B5EF4-FFF2-40B4-BE49-F238E27FC236}">
                  <a16:creationId xmlns:a16="http://schemas.microsoft.com/office/drawing/2014/main" id="{B4FDD053-BA64-4EC5-BA9F-CDF279C50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82195" y="5071262"/>
              <a:ext cx="880555" cy="88055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1E2D4F0-371F-E1BC-93EB-C2217D4904C2}"/>
                </a:ext>
              </a:extLst>
            </p:cNvPr>
            <p:cNvSpPr txBox="1"/>
            <p:nvPr/>
          </p:nvSpPr>
          <p:spPr>
            <a:xfrm>
              <a:off x="5257363" y="5863133"/>
              <a:ext cx="1730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к </a:t>
              </a:r>
              <a:r>
                <a:rPr lang="en-US" dirty="0"/>
                <a:t>XVII </a:t>
              </a:r>
              <a:r>
                <a:rPr lang="ru-RU" dirty="0"/>
                <a:t>в.</a:t>
              </a:r>
            </a:p>
          </p:txBody>
        </p:sp>
        <p:pic>
          <p:nvPicPr>
            <p:cNvPr id="39" name="Рисунок 38" descr="Документ со сплошной заливкой">
              <a:extLst>
                <a:ext uri="{FF2B5EF4-FFF2-40B4-BE49-F238E27FC236}">
                  <a16:creationId xmlns:a16="http://schemas.microsoft.com/office/drawing/2014/main" id="{B77B6185-CAF3-1A2E-D442-530AE12C0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7583" y="5159945"/>
              <a:ext cx="668990" cy="66899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02D8347-38D5-25C7-F036-C46922FEB784}"/>
                </a:ext>
              </a:extLst>
            </p:cNvPr>
            <p:cNvSpPr txBox="1"/>
            <p:nvPr/>
          </p:nvSpPr>
          <p:spPr>
            <a:xfrm>
              <a:off x="6508357" y="5879814"/>
              <a:ext cx="1730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XX </a:t>
              </a:r>
              <a:r>
                <a:rPr lang="ru-RU" dirty="0"/>
                <a:t>в.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6576F34-0EAF-8989-2BC2-3CBC138D4025}"/>
              </a:ext>
            </a:extLst>
          </p:cNvPr>
          <p:cNvSpPr txBox="1"/>
          <p:nvPr/>
        </p:nvSpPr>
        <p:spPr>
          <a:xfrm>
            <a:off x="1379902" y="6500967"/>
            <a:ext cx="42676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* к количеству токенов без пробелов</a:t>
            </a:r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7F8AB2CD-9742-0C6E-7201-1A80C1931F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133" y="2013272"/>
            <a:ext cx="3775881" cy="285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60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F2608C9-48C7-D9D7-45A7-6832DF72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EF16E2C-AA37-743B-DBEA-4207785C4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6" y="2064254"/>
            <a:ext cx="5340107" cy="4032512"/>
          </a:xfrm>
          <a:prstGeom prst="rect">
            <a:avLst/>
          </a:prstGeom>
        </p:spPr>
      </p:pic>
      <p:pic>
        <p:nvPicPr>
          <p:cNvPr id="21" name="Рисунок 20" descr="Флажок со сплошной заливкой">
            <a:extLst>
              <a:ext uri="{FF2B5EF4-FFF2-40B4-BE49-F238E27FC236}">
                <a16:creationId xmlns:a16="http://schemas.microsoft.com/office/drawing/2014/main" id="{45E2D137-164F-30FE-DB22-A78193817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3828" y="3429000"/>
            <a:ext cx="789305" cy="78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3EFB9-D2FD-58BF-19AF-5E87F37E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481DADF-0062-240B-C113-0528C027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B104B01-F927-555F-FE33-0A69052D168D}"/>
              </a:ext>
            </a:extLst>
          </p:cNvPr>
          <p:cNvGrpSpPr/>
          <p:nvPr/>
        </p:nvGrpSpPr>
        <p:grpSpPr>
          <a:xfrm>
            <a:off x="1257300" y="2868930"/>
            <a:ext cx="6511290" cy="3159971"/>
            <a:chOff x="1131570" y="2240280"/>
            <a:chExt cx="6511290" cy="3159971"/>
          </a:xfrm>
        </p:grpSpPr>
        <p:cxnSp>
          <p:nvCxnSpPr>
            <p:cNvPr id="33" name="Прямая со стрелкой 32">
              <a:extLst>
                <a:ext uri="{FF2B5EF4-FFF2-40B4-BE49-F238E27FC236}">
                  <a16:creationId xmlns:a16="http://schemas.microsoft.com/office/drawing/2014/main" id="{19757222-C631-0DA2-322A-57B3B0A6018D}"/>
                </a:ext>
              </a:extLst>
            </p:cNvPr>
            <p:cNvCxnSpPr/>
            <p:nvPr/>
          </p:nvCxnSpPr>
          <p:spPr>
            <a:xfrm>
              <a:off x="3276600" y="5162550"/>
              <a:ext cx="8610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Объект 2">
              <a:extLst>
                <a:ext uri="{FF2B5EF4-FFF2-40B4-BE49-F238E27FC236}">
                  <a16:creationId xmlns:a16="http://schemas.microsoft.com/office/drawing/2014/main" id="{3B62CC75-F236-B8A8-166A-9DBD9F335ADD}"/>
                </a:ext>
              </a:extLst>
            </p:cNvPr>
            <p:cNvSpPr txBox="1">
              <a:spLocks/>
            </p:cNvSpPr>
            <p:nvPr/>
          </p:nvSpPr>
          <p:spPr>
            <a:xfrm>
              <a:off x="4446321" y="4924848"/>
              <a:ext cx="2457386" cy="47540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>
                <a:lnSpc>
                  <a:spcPct val="107000"/>
                </a:lnSpc>
                <a:spcBef>
                  <a:spcPts val="0"/>
                </a:spcBef>
                <a:buNone/>
              </a:pPr>
              <a:r>
                <a:rPr lang="ru-RU" kern="100" dirty="0">
                  <a:latin typeface="Calibri" panose="020F0502020204030204" pitchFamily="34" charset="0"/>
                  <a:cs typeface="Times New Roman" panose="02020603050405020304" pitchFamily="18" charset="0"/>
                </a:rPr>
                <a:t>усреднение по классу</a:t>
              </a:r>
            </a:p>
          </p:txBody>
        </p:sp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DE7578B1-6290-7B46-C521-167DA5AAAE2C}"/>
                </a:ext>
              </a:extLst>
            </p:cNvPr>
            <p:cNvGrpSpPr/>
            <p:nvPr/>
          </p:nvGrpSpPr>
          <p:grpSpPr>
            <a:xfrm>
              <a:off x="1131570" y="2240280"/>
              <a:ext cx="6511290" cy="3159971"/>
              <a:chOff x="1131570" y="2240280"/>
              <a:chExt cx="6511290" cy="3159971"/>
            </a:xfrm>
          </p:grpSpPr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CC22B65B-C7D3-5BDE-CD8B-C10070C9CC6C}"/>
                  </a:ext>
                </a:extLst>
              </p:cNvPr>
              <p:cNvSpPr/>
              <p:nvPr/>
            </p:nvSpPr>
            <p:spPr>
              <a:xfrm>
                <a:off x="1131570" y="4828751"/>
                <a:ext cx="1024890" cy="57150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&lt;250</a:t>
                </a:r>
                <a:endParaRPr lang="ru-RU" dirty="0"/>
              </a:p>
            </p:txBody>
          </p:sp>
          <p:sp>
            <p:nvSpPr>
              <p:cNvPr id="31" name="Объект 2">
                <a:extLst>
                  <a:ext uri="{FF2B5EF4-FFF2-40B4-BE49-F238E27FC236}">
                    <a16:creationId xmlns:a16="http://schemas.microsoft.com/office/drawing/2014/main" id="{A963763D-84CB-4D10-565C-58793F8A5B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58301" y="4972878"/>
                <a:ext cx="1419276" cy="3793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>
                  <a:lnSpc>
                    <a:spcPct val="107000"/>
                  </a:lnSpc>
                  <a:spcBef>
                    <a:spcPts val="0"/>
                  </a:spcBef>
                  <a:buNone/>
                </a:pPr>
                <a:r>
                  <a:rPr lang="ru-RU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NaN</a:t>
                </a:r>
                <a:endParaRPr lang="ru-RU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2" name="Группа 41">
                <a:extLst>
                  <a:ext uri="{FF2B5EF4-FFF2-40B4-BE49-F238E27FC236}">
                    <a16:creationId xmlns:a16="http://schemas.microsoft.com/office/drawing/2014/main" id="{88D3E29F-CBC1-28C9-97DB-F204716EBA60}"/>
                  </a:ext>
                </a:extLst>
              </p:cNvPr>
              <p:cNvGrpSpPr/>
              <p:nvPr/>
            </p:nvGrpSpPr>
            <p:grpSpPr>
              <a:xfrm>
                <a:off x="1131570" y="2240280"/>
                <a:ext cx="6511290" cy="2417694"/>
                <a:chOff x="1131570" y="2240280"/>
                <a:chExt cx="6511290" cy="2417694"/>
              </a:xfrm>
            </p:grpSpPr>
            <p:sp>
              <p:nvSpPr>
                <p:cNvPr id="20" name="Объект 2">
                  <a:extLst>
                    <a:ext uri="{FF2B5EF4-FFF2-40B4-BE49-F238E27FC236}">
                      <a16:creationId xmlns:a16="http://schemas.microsoft.com/office/drawing/2014/main" id="{5B6DC4DE-CFC9-3386-9611-91D94727EA7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66962" y="4237549"/>
                  <a:ext cx="1419276" cy="379344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342900" indent="-34290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8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6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4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2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2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2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2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2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457200" rtl="0" eaLnBrk="1" latinLnBrk="0" hangingPunct="1">
                    <a:spcBef>
                      <a:spcPts val="1000"/>
                    </a:spcBef>
                    <a:spcAft>
                      <a:spcPts val="0"/>
                    </a:spcAft>
                    <a:buClr>
                      <a:schemeClr val="accent1"/>
                    </a:buClr>
                    <a:buSzPct val="80000"/>
                    <a:buFont typeface="Wingdings 3" charset="2"/>
                    <a:buChar char=""/>
                    <a:defRPr sz="1200" kern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>
                    <a:lnSpc>
                      <a:spcPct val="107000"/>
                    </a:lnSpc>
                    <a:spcBef>
                      <a:spcPts val="0"/>
                    </a:spcBef>
                    <a:buNone/>
                  </a:pPr>
                  <a:r>
                    <a:rPr lang="ru-RU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средний </a:t>
                  </a:r>
                  <a:r>
                    <a:rPr lang="en-US" kern="100" dirty="0">
                      <a:latin typeface="Calibri" panose="020F0502020204030204" pitchFamily="34" charset="0"/>
                      <a:cs typeface="Times New Roman" panose="02020603050405020304" pitchFamily="18" charset="0"/>
                    </a:rPr>
                    <a:t>TTR</a:t>
                  </a:r>
                  <a:endParaRPr lang="ru-RU" kern="100" dirty="0"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1" name="Группа 40">
                  <a:extLst>
                    <a:ext uri="{FF2B5EF4-FFF2-40B4-BE49-F238E27FC236}">
                      <a16:creationId xmlns:a16="http://schemas.microsoft.com/office/drawing/2014/main" id="{10494B8B-7389-BC43-FA23-A40AD7DE9E32}"/>
                    </a:ext>
                  </a:extLst>
                </p:cNvPr>
                <p:cNvGrpSpPr/>
                <p:nvPr/>
              </p:nvGrpSpPr>
              <p:grpSpPr>
                <a:xfrm>
                  <a:off x="1131570" y="2240280"/>
                  <a:ext cx="6511290" cy="2417694"/>
                  <a:chOff x="1131570" y="2240280"/>
                  <a:chExt cx="6511290" cy="2417694"/>
                </a:xfrm>
              </p:grpSpPr>
              <p:cxnSp>
                <p:nvCxnSpPr>
                  <p:cNvPr id="18" name="Прямая соединительная линия 17">
                    <a:extLst>
                      <a:ext uri="{FF2B5EF4-FFF2-40B4-BE49-F238E27FC236}">
                        <a16:creationId xmlns:a16="http://schemas.microsoft.com/office/drawing/2014/main" id="{EBCD3956-2EE7-7B29-D7CC-56EC9F9E47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31570" y="4278630"/>
                    <a:ext cx="4290060" cy="0"/>
                  </a:xfrm>
                  <a:prstGeom prst="line">
                    <a:avLst/>
                  </a:prstGeom>
                </p:spPr>
                <p:style>
                  <a:lnRef idx="1">
                    <a:schemeClr val="accent4"/>
                  </a:lnRef>
                  <a:fillRef idx="0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0" name="Группа 39">
                    <a:extLst>
                      <a:ext uri="{FF2B5EF4-FFF2-40B4-BE49-F238E27FC236}">
                        <a16:creationId xmlns:a16="http://schemas.microsoft.com/office/drawing/2014/main" id="{921E5FDD-0C5A-75F5-C866-E7EED433730F}"/>
                      </a:ext>
                    </a:extLst>
                  </p:cNvPr>
                  <p:cNvGrpSpPr/>
                  <p:nvPr/>
                </p:nvGrpSpPr>
                <p:grpSpPr>
                  <a:xfrm>
                    <a:off x="1131570" y="2240280"/>
                    <a:ext cx="6511290" cy="2417694"/>
                    <a:chOff x="1131570" y="2240280"/>
                    <a:chExt cx="6511290" cy="2417694"/>
                  </a:xfrm>
                </p:grpSpPr>
                <p:grpSp>
                  <p:nvGrpSpPr>
                    <p:cNvPr id="39" name="Группа 38">
                      <a:extLst>
                        <a:ext uri="{FF2B5EF4-FFF2-40B4-BE49-F238E27FC236}">
                          <a16:creationId xmlns:a16="http://schemas.microsoft.com/office/drawing/2014/main" id="{D9BFC4A9-5ED3-B823-C965-9AF5CA40A8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31570" y="2240280"/>
                      <a:ext cx="6511290" cy="2330893"/>
                      <a:chOff x="1131570" y="2240280"/>
                      <a:chExt cx="6511290" cy="2330893"/>
                    </a:xfrm>
                  </p:grpSpPr>
                  <p:sp>
                    <p:nvSpPr>
                      <p:cNvPr id="5" name="Прямоугольник 4">
                        <a:extLst>
                          <a:ext uri="{FF2B5EF4-FFF2-40B4-BE49-F238E27FC236}">
                            <a16:creationId xmlns:a16="http://schemas.microsoft.com/office/drawing/2014/main" id="{70DE6547-574B-EDA2-E5A6-7707E876FE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31570" y="3558540"/>
                        <a:ext cx="2068830" cy="5715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2"/>
                      </a:lnRef>
                      <a:fillRef idx="1">
                        <a:schemeClr val="lt1"/>
                      </a:fillRef>
                      <a:effectRef idx="0">
                        <a:schemeClr val="accent2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ru-RU" dirty="0"/>
                          <a:t>250</a:t>
                        </a:r>
                      </a:p>
                    </p:txBody>
                  </p:sp>
                  <p:sp>
                    <p:nvSpPr>
                      <p:cNvPr id="6" name="Прямоугольник 5">
                        <a:extLst>
                          <a:ext uri="{FF2B5EF4-FFF2-40B4-BE49-F238E27FC236}">
                            <a16:creationId xmlns:a16="http://schemas.microsoft.com/office/drawing/2014/main" id="{89186700-EB43-4E38-9CD2-0D3231C342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74030" y="3558540"/>
                        <a:ext cx="1024890" cy="5715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2"/>
                      </a:lnRef>
                      <a:fillRef idx="1">
                        <a:schemeClr val="lt1"/>
                      </a:fillRef>
                      <a:effectRef idx="0">
                        <a:schemeClr val="accent2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&lt;250</a:t>
                        </a:r>
                        <a:endParaRPr lang="ru-RU" dirty="0"/>
                      </a:p>
                    </p:txBody>
                  </p:sp>
                  <p:sp>
                    <p:nvSpPr>
                      <p:cNvPr id="9" name="Прямоугольник 8">
                        <a:extLst>
                          <a:ext uri="{FF2B5EF4-FFF2-40B4-BE49-F238E27FC236}">
                            <a16:creationId xmlns:a16="http://schemas.microsoft.com/office/drawing/2014/main" id="{DA41B0E9-CE7C-9B66-034A-3131D0AC61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352800" y="3558540"/>
                        <a:ext cx="2068830" cy="5715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2"/>
                      </a:lnRef>
                      <a:fillRef idx="1">
                        <a:schemeClr val="lt1"/>
                      </a:fillRef>
                      <a:effectRef idx="0">
                        <a:schemeClr val="accent2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ru-RU" dirty="0"/>
                          <a:t>250</a:t>
                        </a:r>
                      </a:p>
                    </p:txBody>
                  </p:sp>
                  <p:grpSp>
                    <p:nvGrpSpPr>
                      <p:cNvPr id="38" name="Группа 37">
                        <a:extLst>
                          <a:ext uri="{FF2B5EF4-FFF2-40B4-BE49-F238E27FC236}">
                            <a16:creationId xmlns:a16="http://schemas.microsoft.com/office/drawing/2014/main" id="{040DFD09-6424-B1F7-9CEF-1E3BA6321F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31570" y="2240280"/>
                        <a:ext cx="6511290" cy="1088004"/>
                        <a:chOff x="1131570" y="2240280"/>
                        <a:chExt cx="6511290" cy="1088004"/>
                      </a:xfrm>
                    </p:grpSpPr>
                    <p:grpSp>
                      <p:nvGrpSpPr>
                        <p:cNvPr id="37" name="Группа 36">
                          <a:extLst>
                            <a:ext uri="{FF2B5EF4-FFF2-40B4-BE49-F238E27FC236}">
                              <a16:creationId xmlns:a16="http://schemas.microsoft.com/office/drawing/2014/main" id="{1EF967D3-D5A0-563B-9094-DE372577484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31570" y="2240280"/>
                          <a:ext cx="6511290" cy="708660"/>
                          <a:chOff x="1131570" y="2240280"/>
                          <a:chExt cx="6511290" cy="708660"/>
                        </a:xfrm>
                      </p:grpSpPr>
                      <p:grpSp>
                        <p:nvGrpSpPr>
                          <p:cNvPr id="36" name="Группа 35">
                            <a:extLst>
                              <a:ext uri="{FF2B5EF4-FFF2-40B4-BE49-F238E27FC236}">
                                <a16:creationId xmlns:a16="http://schemas.microsoft.com/office/drawing/2014/main" id="{28925376-8067-5DAD-555D-D17AFA4AE83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131570" y="2240280"/>
                            <a:ext cx="6511290" cy="571500"/>
                            <a:chOff x="1131570" y="2240280"/>
                            <a:chExt cx="6511290" cy="571500"/>
                          </a:xfrm>
                        </p:grpSpPr>
                        <p:sp>
                          <p:nvSpPr>
                            <p:cNvPr id="2" name="Прямоугольник 1">
                              <a:extLst>
                                <a:ext uri="{FF2B5EF4-FFF2-40B4-BE49-F238E27FC236}">
                                  <a16:creationId xmlns:a16="http://schemas.microsoft.com/office/drawing/2014/main" id="{FB408136-9251-A184-7D17-58F449D9804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31570" y="2240280"/>
                              <a:ext cx="2068830" cy="571500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accent2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2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ru-RU" dirty="0"/>
                                <a:t>250</a:t>
                              </a:r>
                            </a:p>
                          </p:txBody>
                        </p:sp>
                        <p:sp>
                          <p:nvSpPr>
                            <p:cNvPr id="3" name="Прямоугольник 2">
                              <a:extLst>
                                <a:ext uri="{FF2B5EF4-FFF2-40B4-BE49-F238E27FC236}">
                                  <a16:creationId xmlns:a16="http://schemas.microsoft.com/office/drawing/2014/main" id="{5102E754-C069-C3A3-4652-2E64B93246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352800" y="2240280"/>
                              <a:ext cx="2068830" cy="571500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accent2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2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ru-RU" dirty="0"/>
                                <a:t>250</a:t>
                              </a:r>
                            </a:p>
                          </p:txBody>
                        </p:sp>
                        <p:sp>
                          <p:nvSpPr>
                            <p:cNvPr id="4" name="Прямоугольник 3">
                              <a:extLst>
                                <a:ext uri="{FF2B5EF4-FFF2-40B4-BE49-F238E27FC236}">
                                  <a16:creationId xmlns:a16="http://schemas.microsoft.com/office/drawing/2014/main" id="{823B4A82-C25C-BBDA-9405-E77C7F0339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574030" y="2240280"/>
                              <a:ext cx="2068830" cy="571500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accent2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2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ru-RU" dirty="0"/>
                                <a:t>250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13" name="Прямая соединительная линия 12">
                            <a:extLst>
                              <a:ext uri="{FF2B5EF4-FFF2-40B4-BE49-F238E27FC236}">
                                <a16:creationId xmlns:a16="http://schemas.microsoft.com/office/drawing/2014/main" id="{19EDB23B-2958-2DF6-FC3B-03E19552509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1131570" y="2948940"/>
                            <a:ext cx="6511290" cy="0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accent4"/>
                          </a:lnRef>
                          <a:fillRef idx="0">
                            <a:schemeClr val="accent4"/>
                          </a:fillRef>
                          <a:effectRef idx="0">
                            <a:schemeClr val="accent4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16" name="Объект 2">
                          <a:extLst>
                            <a:ext uri="{FF2B5EF4-FFF2-40B4-BE49-F238E27FC236}">
                              <a16:creationId xmlns:a16="http://schemas.microsoft.com/office/drawing/2014/main" id="{1E3DF845-F7BA-797A-695E-FFA41D0157A2}"/>
                            </a:ext>
                          </a:extLst>
                        </p:cNvPr>
                        <p:cNvSpPr txBox="1">
                          <a:spLocks/>
                        </p:cNvSpPr>
                        <p:nvPr/>
                      </p:nvSpPr>
                      <p:spPr>
                        <a:xfrm>
                          <a:off x="3677577" y="2948940"/>
                          <a:ext cx="1419276" cy="379344"/>
                        </a:xfrm>
                        <a:prstGeom prst="rect">
                          <a:avLst/>
                        </a:prstGeom>
                      </p:spPr>
                      <p:txBody>
                        <a:bodyPr vert="horz" lIns="91440" tIns="45720" rIns="91440" bIns="45720" rtlCol="0">
                          <a:normAutofit/>
                        </a:bodyPr>
                        <a:lstStyle>
                          <a:lvl1pPr marL="342900" indent="-34290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8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742950" indent="-28575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6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1143000" indent="-22860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4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600200" indent="-22860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2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2057400" indent="-22860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2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514600" indent="-22860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2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971800" indent="-22860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2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429000" indent="-22860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2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886200" indent="-228600" algn="l" defTabSz="457200" rtl="0" eaLnBrk="1" latinLnBrk="0" hangingPunct="1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  <a:buClr>
                              <a:schemeClr val="accent1"/>
                            </a:buClr>
                            <a:buSzPct val="80000"/>
                            <a:buFont typeface="Wingdings 3" charset="2"/>
                            <a:buChar char=""/>
                            <a:defRPr sz="1200" kern="12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marL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buNone/>
                          </a:pPr>
                          <a:r>
                            <a:rPr lang="ru-RU" kern="100" dirty="0"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средний </a:t>
                          </a:r>
                          <a:r>
                            <a:rPr lang="en-US" kern="100" dirty="0"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TTR</a:t>
                          </a:r>
                          <a:endParaRPr lang="ru-RU" kern="100" dirty="0"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sp>
                    <p:nvSpPr>
                      <p:cNvPr id="28" name="Знак умножения 27">
                        <a:extLst>
                          <a:ext uri="{FF2B5EF4-FFF2-40B4-BE49-F238E27FC236}">
                            <a16:creationId xmlns:a16="http://schemas.microsoft.com/office/drawing/2014/main" id="{C8D8A561-6C25-8AE8-1B6D-E90F628E7C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88293" y="3123378"/>
                        <a:ext cx="1615414" cy="1447795"/>
                      </a:xfrm>
                      <a:prstGeom prst="mathMultiply">
                        <a:avLst>
                          <a:gd name="adj1" fmla="val 1419"/>
                        </a:avLst>
                      </a:prstGeom>
                      <a:ln>
                        <a:noFill/>
                      </a:ln>
                    </p:spPr>
                    <p:style>
                      <a:lnRef idx="3">
                        <a:schemeClr val="lt1"/>
                      </a:lnRef>
                      <a:fillRef idx="1">
                        <a:schemeClr val="accent4"/>
                      </a:fillRef>
                      <a:effectRef idx="1">
                        <a:schemeClr val="accent4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ru-RU"/>
                      </a:p>
                    </p:txBody>
                  </p:sp>
                </p:grpSp>
                <p:sp>
                  <p:nvSpPr>
                    <p:cNvPr id="35" name="Объект 2">
                      <a:extLst>
                        <a:ext uri="{FF2B5EF4-FFF2-40B4-BE49-F238E27FC236}">
                          <a16:creationId xmlns:a16="http://schemas.microsoft.com/office/drawing/2014/main" id="{15C22452-680E-38D8-9B39-9A51DCBCA67E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>
                    <a:xfrm>
                      <a:off x="5889282" y="4278630"/>
                      <a:ext cx="1419276" cy="379344"/>
                    </a:xfrm>
                    <a:prstGeom prst="rect">
                      <a:avLst/>
                    </a:prstGeom>
                  </p:spPr>
                  <p:txBody>
                    <a:bodyPr vert="horz" lIns="91440" tIns="45720" rIns="91440" bIns="45720" rtlCol="0">
                      <a:normAutofit/>
                    </a:bodyPr>
                    <a:lstStyle>
                      <a:lvl1pPr marL="342900" indent="-34290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8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6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2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2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514600" indent="-22860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2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971800" indent="-22860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2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429000" indent="-22860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2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886200" indent="-228600" algn="l" defTabSz="457200" rtl="0" eaLnBrk="1" latinLnBrk="0" hangingPunct="1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ct val="80000"/>
                        <a:buFont typeface="Wingdings 3" charset="2"/>
                        <a:buChar char=""/>
                        <a:defRPr sz="12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>
                        <a:lnSpc>
                          <a:spcPct val="107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ru-RU" kern="100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kern="100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kern="100" dirty="0"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47" name="Заголовок 1">
            <a:extLst>
              <a:ext uri="{FF2B5EF4-FFF2-40B4-BE49-F238E27FC236}">
                <a16:creationId xmlns:a16="http://schemas.microsoft.com/office/drawing/2014/main" id="{824F97C5-E512-AFDA-00A8-5C4D10037420}"/>
              </a:ext>
            </a:extLst>
          </p:cNvPr>
          <p:cNvSpPr txBox="1">
            <a:spLocks/>
          </p:cNvSpPr>
          <p:nvPr/>
        </p:nvSpPr>
        <p:spPr>
          <a:xfrm>
            <a:off x="3478530" y="2082625"/>
            <a:ext cx="4960620" cy="4303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300" dirty="0">
                <a:solidFill>
                  <a:schemeClr val="tx1"/>
                </a:solidFill>
              </a:rPr>
              <a:t>Подсчет </a:t>
            </a:r>
            <a:r>
              <a:rPr lang="en-US" sz="3300" dirty="0">
                <a:solidFill>
                  <a:schemeClr val="tx1"/>
                </a:solidFill>
              </a:rPr>
              <a:t>TTR</a:t>
            </a:r>
            <a:endParaRPr lang="ru-RU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691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11DB2E2-3118-5339-D116-594D6F50495A}"/>
              </a:ext>
            </a:extLst>
          </p:cNvPr>
          <p:cNvSpPr txBox="1"/>
          <p:nvPr/>
        </p:nvSpPr>
        <p:spPr>
          <a:xfrm>
            <a:off x="7539992" y="3083453"/>
            <a:ext cx="20154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600" dirty="0"/>
              <a:t>Doe stont de Koningh op, </a:t>
            </a:r>
            <a:r>
              <a:rPr lang="nl-NL" sz="1600" b="1" u="sng" dirty="0"/>
              <a:t>ende</a:t>
            </a:r>
            <a:r>
              <a:rPr lang="nl-NL" sz="1600" dirty="0"/>
              <a:t> settede sich in de poorte</a:t>
            </a:r>
            <a:r>
              <a:rPr lang="en-US" sz="1600" dirty="0"/>
              <a:t>.</a:t>
            </a:r>
            <a:endParaRPr lang="ru-RU" sz="1600" dirty="0"/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9808C892-8D0A-D934-A35E-5CAB32C6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488E6E5B-7E87-4ACD-287E-50C2BA983C6A}"/>
              </a:ext>
            </a:extLst>
          </p:cNvPr>
          <p:cNvGrpSpPr/>
          <p:nvPr/>
        </p:nvGrpSpPr>
        <p:grpSpPr>
          <a:xfrm>
            <a:off x="781050" y="1983413"/>
            <a:ext cx="7865239" cy="914400"/>
            <a:chOff x="781050" y="1983413"/>
            <a:chExt cx="7865239" cy="914400"/>
          </a:xfrm>
        </p:grpSpPr>
        <p:pic>
          <p:nvPicPr>
            <p:cNvPr id="35" name="Рисунок 34" descr="Шрифт Брайля со сплошной заливкой">
              <a:extLst>
                <a:ext uri="{FF2B5EF4-FFF2-40B4-BE49-F238E27FC236}">
                  <a16:creationId xmlns:a16="http://schemas.microsoft.com/office/drawing/2014/main" id="{DE09F008-DE55-9A3B-FE8C-CBFFB365A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1050" y="1983413"/>
              <a:ext cx="914400" cy="914400"/>
            </a:xfrm>
            <a:prstGeom prst="rect">
              <a:avLst/>
            </a:prstGeom>
          </p:spPr>
        </p:pic>
        <p:sp>
          <p:nvSpPr>
            <p:cNvPr id="36" name="Заголовок 1">
              <a:extLst>
                <a:ext uri="{FF2B5EF4-FFF2-40B4-BE49-F238E27FC236}">
                  <a16:creationId xmlns:a16="http://schemas.microsoft.com/office/drawing/2014/main" id="{6A3607B3-ABDC-26F9-CAC7-E5975313E1A7}"/>
                </a:ext>
              </a:extLst>
            </p:cNvPr>
            <p:cNvSpPr txBox="1">
              <a:spLocks/>
            </p:cNvSpPr>
            <p:nvPr/>
          </p:nvSpPr>
          <p:spPr>
            <a:xfrm>
              <a:off x="1695450" y="2116040"/>
              <a:ext cx="6950839" cy="64914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360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ru-RU" sz="3300" dirty="0"/>
                <a:t>Особенности лексики</a:t>
              </a:r>
            </a:p>
          </p:txBody>
        </p:sp>
      </p:grp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F16B72CE-E6ED-9203-5172-22945CCD0B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57"/>
          <a:stretch>
            <a:fillRect/>
          </a:stretch>
        </p:blipFill>
        <p:spPr>
          <a:xfrm>
            <a:off x="883920" y="3083453"/>
            <a:ext cx="6210298" cy="281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86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AB138-4789-5D3D-2BB7-F41F8810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1DFF698D-72AE-4029-EB17-EBBB1ED0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17CBFC-626C-9914-7E02-565EC5984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141" y="1930400"/>
            <a:ext cx="7037459" cy="412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09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1308C28-EDE6-068F-EB8D-1B8BEFEB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Поиск признаков для обучения моделей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DCAF106-ECAD-F7CA-FC20-F33EDAC6F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602" y="1930400"/>
            <a:ext cx="5734719" cy="460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68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723B-E7E6-6B5C-EC0B-D351A426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4AAECD05-F36D-8694-B6C8-1A672C546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Отбор признаков для обучения моделей</a:t>
            </a:r>
          </a:p>
        </p:txBody>
      </p:sp>
      <p:sp>
        <p:nvSpPr>
          <p:cNvPr id="39" name="Объект 2">
            <a:extLst>
              <a:ext uri="{FF2B5EF4-FFF2-40B4-BE49-F238E27FC236}">
                <a16:creationId xmlns:a16="http://schemas.microsoft.com/office/drawing/2014/main" id="{90F8F6B9-CD44-DB3B-18DE-9D877A647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2510095"/>
            <a:ext cx="3171590" cy="199924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Корреляция между таргетом и признаками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Недопущение мультиколлинеарности между признаками (</a:t>
            </a:r>
            <a:r>
              <a:rPr lang="en-US" dirty="0"/>
              <a:t>&gt;0,8)</a:t>
            </a:r>
            <a:endParaRPr lang="ru-RU" dirty="0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B0ADFCDF-DCF5-F018-5910-AF215E2DB84C}"/>
              </a:ext>
            </a:extLst>
          </p:cNvPr>
          <p:cNvGrpSpPr/>
          <p:nvPr/>
        </p:nvGrpSpPr>
        <p:grpSpPr>
          <a:xfrm>
            <a:off x="717747" y="4829120"/>
            <a:ext cx="2841065" cy="519822"/>
            <a:chOff x="677863" y="4740939"/>
            <a:chExt cx="2841065" cy="519822"/>
          </a:xfrm>
        </p:grpSpPr>
        <p:pic>
          <p:nvPicPr>
            <p:cNvPr id="43" name="Рисунок 42" descr="В яблочко со сплошной заливкой">
              <a:extLst>
                <a:ext uri="{FF2B5EF4-FFF2-40B4-BE49-F238E27FC236}">
                  <a16:creationId xmlns:a16="http://schemas.microsoft.com/office/drawing/2014/main" id="{DF0B14E2-680E-BC0B-F92D-CB4AC4B3F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7863" y="4740939"/>
              <a:ext cx="447282" cy="447282"/>
            </a:xfrm>
            <a:prstGeom prst="rect">
              <a:avLst/>
            </a:prstGeom>
          </p:spPr>
        </p:pic>
        <p:sp>
          <p:nvSpPr>
            <p:cNvPr id="44" name="Объект 2">
              <a:extLst>
                <a:ext uri="{FF2B5EF4-FFF2-40B4-BE49-F238E27FC236}">
                  <a16:creationId xmlns:a16="http://schemas.microsoft.com/office/drawing/2014/main" id="{D52FED00-0BE1-1111-6FB7-EA5783E6C04A}"/>
                </a:ext>
              </a:extLst>
            </p:cNvPr>
            <p:cNvSpPr txBox="1">
              <a:spLocks/>
            </p:cNvSpPr>
            <p:nvPr/>
          </p:nvSpPr>
          <p:spPr>
            <a:xfrm>
              <a:off x="1125145" y="4813479"/>
              <a:ext cx="2393783" cy="4472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ru-RU" sz="3000" dirty="0"/>
                <a:t>таргет = </a:t>
              </a:r>
              <a:r>
                <a:rPr lang="en-US" sz="3000" dirty="0"/>
                <a:t>eeuw (</a:t>
              </a:r>
              <a:r>
                <a:rPr lang="ru-RU" sz="3000" dirty="0"/>
                <a:t>век)</a:t>
              </a: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952F8A5-7976-0F59-C274-70DA01437ECB}"/>
              </a:ext>
            </a:extLst>
          </p:cNvPr>
          <p:cNvGrpSpPr/>
          <p:nvPr/>
        </p:nvGrpSpPr>
        <p:grpSpPr>
          <a:xfrm>
            <a:off x="3598696" y="1724660"/>
            <a:ext cx="5267016" cy="4744720"/>
            <a:chOff x="3598696" y="1724660"/>
            <a:chExt cx="5267016" cy="4744720"/>
          </a:xfrm>
        </p:grpSpPr>
        <p:pic>
          <p:nvPicPr>
            <p:cNvPr id="46" name="Рисунок 45">
              <a:extLst>
                <a:ext uri="{FF2B5EF4-FFF2-40B4-BE49-F238E27FC236}">
                  <a16:creationId xmlns:a16="http://schemas.microsoft.com/office/drawing/2014/main" id="{749CCC39-B634-80E8-920E-2B7C8C9E2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8696" y="1724660"/>
              <a:ext cx="5267016" cy="4744720"/>
            </a:xfrm>
            <a:prstGeom prst="rect">
              <a:avLst/>
            </a:prstGeom>
          </p:spPr>
        </p:pic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D01CE75F-F824-7E52-50C7-2A4BE59133C2}"/>
                </a:ext>
              </a:extLst>
            </p:cNvPr>
            <p:cNvSpPr/>
            <p:nvPr/>
          </p:nvSpPr>
          <p:spPr>
            <a:xfrm>
              <a:off x="3714750" y="1930400"/>
              <a:ext cx="500823" cy="19558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42000"/>
              </a:scheme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cxnSp>
          <p:nvCxnSpPr>
            <p:cNvPr id="54" name="Прямая соединительная линия 53">
              <a:extLst>
                <a:ext uri="{FF2B5EF4-FFF2-40B4-BE49-F238E27FC236}">
                  <a16:creationId xmlns:a16="http://schemas.microsoft.com/office/drawing/2014/main" id="{195D6A16-9872-A3E2-E3AE-DCDF0F0044A6}"/>
                </a:ext>
              </a:extLst>
            </p:cNvPr>
            <p:cNvCxnSpPr/>
            <p:nvPr/>
          </p:nvCxnSpPr>
          <p:spPr>
            <a:xfrm>
              <a:off x="3714750" y="2274570"/>
              <a:ext cx="5008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A46CE821-486F-5A28-E856-70EBFE92549C}"/>
                </a:ext>
              </a:extLst>
            </p:cNvPr>
            <p:cNvCxnSpPr>
              <a:cxnSpLocks/>
            </p:cNvCxnSpPr>
            <p:nvPr/>
          </p:nvCxnSpPr>
          <p:spPr>
            <a:xfrm>
              <a:off x="3965161" y="5581650"/>
              <a:ext cx="250412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6" name="Прямая соединительная линия 55">
              <a:extLst>
                <a:ext uri="{FF2B5EF4-FFF2-40B4-BE49-F238E27FC236}">
                  <a16:creationId xmlns:a16="http://schemas.microsoft.com/office/drawing/2014/main" id="{12919965-8040-A6D2-31C0-2C467EC60C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70470" y="5829300"/>
              <a:ext cx="0" cy="33147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9962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AF7B4D0-F470-1885-1AC6-6EE3A8AE6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603298" cy="1320800"/>
          </a:xfrm>
        </p:spPr>
        <p:txBody>
          <a:bodyPr/>
          <a:lstStyle/>
          <a:p>
            <a:r>
              <a:rPr lang="ru-RU" dirty="0"/>
              <a:t>Обучение классических моделей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C585ABC-01F2-D170-C3B3-1C6E3B8D0214}"/>
              </a:ext>
            </a:extLst>
          </p:cNvPr>
          <p:cNvGrpSpPr/>
          <p:nvPr/>
        </p:nvGrpSpPr>
        <p:grpSpPr>
          <a:xfrm>
            <a:off x="156363" y="1906270"/>
            <a:ext cx="3910491" cy="3996690"/>
            <a:chOff x="247803" y="2052081"/>
            <a:chExt cx="3910491" cy="3996690"/>
          </a:xfrm>
        </p:grpSpPr>
        <p:graphicFrame>
          <p:nvGraphicFramePr>
            <p:cNvPr id="4" name="Схема 3">
              <a:extLst>
                <a:ext uri="{FF2B5EF4-FFF2-40B4-BE49-F238E27FC236}">
                  <a16:creationId xmlns:a16="http://schemas.microsoft.com/office/drawing/2014/main" id="{15A5C446-E24C-6771-E7E1-46660072961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59388842"/>
                </p:ext>
              </p:extLst>
            </p:nvPr>
          </p:nvGraphicFramePr>
          <p:xfrm>
            <a:off x="247803" y="2052081"/>
            <a:ext cx="3910491" cy="39966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pic>
          <p:nvPicPr>
            <p:cNvPr id="7" name="Рисунок 6" descr="Шестеренки со сплошной заливкой">
              <a:extLst>
                <a:ext uri="{FF2B5EF4-FFF2-40B4-BE49-F238E27FC236}">
                  <a16:creationId xmlns:a16="http://schemas.microsoft.com/office/drawing/2014/main" id="{1E048198-A20E-17C5-30C6-03CC0C321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25283" y="2203102"/>
              <a:ext cx="793859" cy="793859"/>
            </a:xfrm>
            <a:prstGeom prst="rect">
              <a:avLst/>
            </a:prstGeom>
          </p:spPr>
        </p:pic>
        <p:pic>
          <p:nvPicPr>
            <p:cNvPr id="9" name="Рисунок 8" descr="Линейка со сплошной заливкой">
              <a:extLst>
                <a:ext uri="{FF2B5EF4-FFF2-40B4-BE49-F238E27FC236}">
                  <a16:creationId xmlns:a16="http://schemas.microsoft.com/office/drawing/2014/main" id="{6C11794B-5E92-6E63-D839-33E317311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6200000">
              <a:off x="1025283" y="3716785"/>
              <a:ext cx="699135" cy="699135"/>
            </a:xfrm>
            <a:prstGeom prst="rect">
              <a:avLst/>
            </a:prstGeom>
          </p:spPr>
        </p:pic>
        <p:pic>
          <p:nvPicPr>
            <p:cNvPr id="11" name="Рисунок 10" descr="Передача со сплошной заливкой">
              <a:extLst>
                <a:ext uri="{FF2B5EF4-FFF2-40B4-BE49-F238E27FC236}">
                  <a16:creationId xmlns:a16="http://schemas.microsoft.com/office/drawing/2014/main" id="{EC1478FA-83F6-085E-14FD-69E7B59B9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25283" y="5251559"/>
              <a:ext cx="640080" cy="640080"/>
            </a:xfrm>
            <a:prstGeom prst="rect">
              <a:avLst/>
            </a:prstGeom>
          </p:spPr>
        </p:pic>
      </p:grp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BD774336-7A9D-74DD-12D7-C1B06A61DA9B}"/>
              </a:ext>
            </a:extLst>
          </p:cNvPr>
          <p:cNvSpPr/>
          <p:nvPr/>
        </p:nvSpPr>
        <p:spPr>
          <a:xfrm>
            <a:off x="3134273" y="3691941"/>
            <a:ext cx="506658" cy="45720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16" name="Схема 15">
            <a:extLst>
              <a:ext uri="{FF2B5EF4-FFF2-40B4-BE49-F238E27FC236}">
                <a16:creationId xmlns:a16="http://schemas.microsoft.com/office/drawing/2014/main" id="{94EB992C-CECD-7A7F-D664-9B577DFA65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54353"/>
              </p:ext>
            </p:extLst>
          </p:nvPr>
        </p:nvGraphicFramePr>
        <p:xfrm>
          <a:off x="4215445" y="1895772"/>
          <a:ext cx="4541366" cy="3850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4173085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A503-278F-0E6A-9906-A59A6CFA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08107A4-5AC0-8DAD-1B11-D122F508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Метрики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51205D49-BC76-9C65-1CC0-ED53DD996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206805"/>
              </p:ext>
            </p:extLst>
          </p:nvPr>
        </p:nvGraphicFramePr>
        <p:xfrm>
          <a:off x="788670" y="1790700"/>
          <a:ext cx="646938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876">
                  <a:extLst>
                    <a:ext uri="{9D8B030D-6E8A-4147-A177-3AD203B41FA5}">
                      <a16:colId xmlns:a16="http://schemas.microsoft.com/office/drawing/2014/main" val="636224335"/>
                    </a:ext>
                  </a:extLst>
                </a:gridCol>
                <a:gridCol w="1293876">
                  <a:extLst>
                    <a:ext uri="{9D8B030D-6E8A-4147-A177-3AD203B41FA5}">
                      <a16:colId xmlns:a16="http://schemas.microsoft.com/office/drawing/2014/main" val="429701838"/>
                    </a:ext>
                  </a:extLst>
                </a:gridCol>
                <a:gridCol w="1293876">
                  <a:extLst>
                    <a:ext uri="{9D8B030D-6E8A-4147-A177-3AD203B41FA5}">
                      <a16:colId xmlns:a16="http://schemas.microsoft.com/office/drawing/2014/main" val="2643912008"/>
                    </a:ext>
                  </a:extLst>
                </a:gridCol>
                <a:gridCol w="1293876">
                  <a:extLst>
                    <a:ext uri="{9D8B030D-6E8A-4147-A177-3AD203B41FA5}">
                      <a16:colId xmlns:a16="http://schemas.microsoft.com/office/drawing/2014/main" val="235898295"/>
                    </a:ext>
                  </a:extLst>
                </a:gridCol>
                <a:gridCol w="1293876">
                  <a:extLst>
                    <a:ext uri="{9D8B030D-6E8A-4147-A177-3AD203B41FA5}">
                      <a16:colId xmlns:a16="http://schemas.microsoft.com/office/drawing/2014/main" val="2794830683"/>
                    </a:ext>
                  </a:extLst>
                </a:gridCol>
              </a:tblGrid>
              <a:tr h="269631">
                <a:tc>
                  <a:txBody>
                    <a:bodyPr/>
                    <a:lstStyle/>
                    <a:p>
                      <a:endParaRPr lang="ru-RU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nl-N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nl-NL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recall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nl-NL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f1-score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nl-N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support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953916392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1200-1500 гг.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,84—0,93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0,89—1,00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1,00—1,00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1,00—0,88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1,00—0,94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0,91—0,90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0,94—0,97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91681343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1500-1700 гг.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0,82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0,87—0,81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0,86—0,85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0,85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0,85—0,89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0,94—0,93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0,86—0,85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0,90—0,88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14913740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1700-1900 гг.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0,96—0,96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0,99—0,97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0,95—0,93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0,94—0,94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0,94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0,96—0,94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0,97—0,96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1561394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nl-N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</a:p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0,93—0,91</a:t>
                      </a:r>
                    </a:p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0,95—0,94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4909719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nl-N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macro avg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0,86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0,90—0,90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0,92—0,94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0,93—0,90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0,97—0,94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0,.91—0,90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0,94—0,94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5363409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nl-N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weighted avg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0,91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0,93—0,92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0,95—0,94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0,93—0,91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0,95—0,94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0,91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0,93—0,91</a:t>
                      </a:r>
                    </a:p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0,95—0,94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71234117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BC6CB4-B3D6-D567-237C-D3DC702B9E1D}"/>
              </a:ext>
            </a:extLst>
          </p:cNvPr>
          <p:cNvSpPr/>
          <p:nvPr/>
        </p:nvSpPr>
        <p:spPr>
          <a:xfrm>
            <a:off x="7064216" y="3418840"/>
            <a:ext cx="2403793" cy="9347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/>
              <a:t>LogReg </a:t>
            </a: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</a:rPr>
              <a:t>—</a:t>
            </a:r>
            <a:r>
              <a:rPr lang="en-US" sz="1300" dirty="0"/>
              <a:t> MultiBayes</a:t>
            </a:r>
          </a:p>
          <a:p>
            <a:pPr algn="ctr"/>
            <a:r>
              <a:rPr lang="en-US" sz="1300" dirty="0"/>
              <a:t>K-</a:t>
            </a:r>
            <a:r>
              <a:rPr lang="en-US" sz="1300" dirty="0" err="1"/>
              <a:t>neighbours</a:t>
            </a:r>
            <a:r>
              <a:rPr lang="en-US" sz="1300" dirty="0"/>
              <a:t> </a:t>
            </a: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</a:rPr>
              <a:t>—</a:t>
            </a:r>
            <a:r>
              <a:rPr lang="en-US" sz="1300" dirty="0"/>
              <a:t> DecisionTree</a:t>
            </a:r>
          </a:p>
          <a:p>
            <a:pPr algn="ctr"/>
            <a:r>
              <a:rPr lang="en-US" sz="1300" dirty="0"/>
              <a:t>Stacking </a:t>
            </a: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</a:rPr>
              <a:t>—</a:t>
            </a:r>
            <a:r>
              <a:rPr lang="en-US" sz="1300" dirty="0"/>
              <a:t> Boosting</a:t>
            </a:r>
            <a:endParaRPr lang="ru-RU" sz="13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7411FA-0091-6C16-0BAC-93A2EE7B2C9C}"/>
              </a:ext>
            </a:extLst>
          </p:cNvPr>
          <p:cNvSpPr/>
          <p:nvPr/>
        </p:nvSpPr>
        <p:spPr>
          <a:xfrm>
            <a:off x="2057401" y="3180080"/>
            <a:ext cx="3920490" cy="238760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AAB2C78-B40E-392D-AC63-5F41248B5C1F}"/>
              </a:ext>
            </a:extLst>
          </p:cNvPr>
          <p:cNvSpPr/>
          <p:nvPr/>
        </p:nvSpPr>
        <p:spPr>
          <a:xfrm>
            <a:off x="4697731" y="4447540"/>
            <a:ext cx="1280160" cy="238760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9E221C-09D7-01EB-E4C2-E1FB9733D113}"/>
              </a:ext>
            </a:extLst>
          </p:cNvPr>
          <p:cNvSpPr/>
          <p:nvPr/>
        </p:nvSpPr>
        <p:spPr>
          <a:xfrm>
            <a:off x="5977891" y="2108200"/>
            <a:ext cx="1268731" cy="1320800"/>
          </a:xfrm>
          <a:prstGeom prst="rect">
            <a:avLst/>
          </a:prstGeom>
          <a:solidFill>
            <a:schemeClr val="accent6">
              <a:lumMod val="20000"/>
              <a:lumOff val="8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6F5CCA3-B170-BF7D-D9C3-4E0453B691AC}"/>
              </a:ext>
            </a:extLst>
          </p:cNvPr>
          <p:cNvSpPr/>
          <p:nvPr/>
        </p:nvSpPr>
        <p:spPr>
          <a:xfrm>
            <a:off x="2057401" y="2490470"/>
            <a:ext cx="3920490" cy="238760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CD6A31-11DD-B13B-97C6-89B8EC17C117}"/>
              </a:ext>
            </a:extLst>
          </p:cNvPr>
          <p:cNvSpPr/>
          <p:nvPr/>
        </p:nvSpPr>
        <p:spPr>
          <a:xfrm>
            <a:off x="2057401" y="3790950"/>
            <a:ext cx="3920490" cy="238760"/>
          </a:xfrm>
          <a:prstGeom prst="rect">
            <a:avLst/>
          </a:prstGeom>
          <a:solidFill>
            <a:schemeClr val="accent2">
              <a:lumMod val="40000"/>
              <a:lumOff val="60000"/>
              <a:alpha val="42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93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74CD6-05FA-1665-FC40-419E33194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8A6ABBD-664F-884C-6AB5-6B5FBC402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Метрики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215380-531C-1302-7E96-5E3B42C3D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57" y="1539095"/>
            <a:ext cx="6570733" cy="4932274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D26C916-FE77-9EB1-2FC7-E4E0A5F44DB8}"/>
              </a:ext>
            </a:extLst>
          </p:cNvPr>
          <p:cNvCxnSpPr/>
          <p:nvPr/>
        </p:nvCxnSpPr>
        <p:spPr>
          <a:xfrm>
            <a:off x="6412230" y="2514600"/>
            <a:ext cx="17259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7DC1793-801D-2FE4-6FB7-50043338CC99}"/>
              </a:ext>
            </a:extLst>
          </p:cNvPr>
          <p:cNvCxnSpPr/>
          <p:nvPr/>
        </p:nvCxnSpPr>
        <p:spPr>
          <a:xfrm>
            <a:off x="8138160" y="2514600"/>
            <a:ext cx="0" cy="6057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27CF090-8E66-D5E5-A0D2-18DA3B001176}"/>
              </a:ext>
            </a:extLst>
          </p:cNvPr>
          <p:cNvSpPr/>
          <p:nvPr/>
        </p:nvSpPr>
        <p:spPr>
          <a:xfrm>
            <a:off x="6769947" y="3137320"/>
            <a:ext cx="2732473" cy="6135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sym typeface="Wingdings" panose="05000000000000000000" pitchFamily="2" charset="2"/>
              </a:rPr>
              <a:t></a:t>
            </a: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ru-RU" sz="1400" dirty="0">
                <a:sym typeface="Wingdings" panose="05000000000000000000" pitchFamily="2" charset="2"/>
              </a:rPr>
              <a:t>Изменение границ классов / выделение новых классов</a:t>
            </a:r>
            <a:endParaRPr lang="ru-RU" sz="14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048D7B0-7E79-876C-62E7-A42847A81DEB}"/>
              </a:ext>
            </a:extLst>
          </p:cNvPr>
          <p:cNvSpPr/>
          <p:nvPr/>
        </p:nvSpPr>
        <p:spPr>
          <a:xfrm>
            <a:off x="6769947" y="4036624"/>
            <a:ext cx="2732473" cy="6135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Stacking </a:t>
            </a:r>
            <a:r>
              <a:rPr lang="ru-RU" sz="1400" dirty="0">
                <a:sym typeface="Wingdings" panose="05000000000000000000" pitchFamily="2" charset="2"/>
              </a:rPr>
              <a:t>и </a:t>
            </a:r>
            <a:r>
              <a:rPr lang="en-US" sz="1400" dirty="0">
                <a:sym typeface="Wingdings" panose="05000000000000000000" pitchFamily="2" charset="2"/>
              </a:rPr>
              <a:t>Boosting </a:t>
            </a:r>
            <a:r>
              <a:rPr lang="ru-RU" sz="1400" dirty="0">
                <a:sym typeface="Wingdings" panose="05000000000000000000" pitchFamily="2" charset="2"/>
              </a:rPr>
              <a:t>дали хороший прирост по метрикам</a:t>
            </a:r>
            <a:endParaRPr lang="ru-RU" sz="1400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8640F88B-2A0A-916E-5AFB-022F02595557}"/>
              </a:ext>
            </a:extLst>
          </p:cNvPr>
          <p:cNvCxnSpPr>
            <a:stCxn id="18" idx="2"/>
          </p:cNvCxnSpPr>
          <p:nvPr/>
        </p:nvCxnSpPr>
        <p:spPr>
          <a:xfrm flipH="1">
            <a:off x="8136183" y="4650176"/>
            <a:ext cx="1" cy="596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BE3DC10-A2AF-031F-E13A-A551F3403A40}"/>
              </a:ext>
            </a:extLst>
          </p:cNvPr>
          <p:cNvCxnSpPr/>
          <p:nvPr/>
        </p:nvCxnSpPr>
        <p:spPr>
          <a:xfrm flipH="1">
            <a:off x="6240780" y="5257800"/>
            <a:ext cx="1895403" cy="880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193589A5-9A47-E705-794C-C8C97A670AE4}"/>
              </a:ext>
            </a:extLst>
          </p:cNvPr>
          <p:cNvCxnSpPr>
            <a:cxnSpLocks/>
          </p:cNvCxnSpPr>
          <p:nvPr/>
        </p:nvCxnSpPr>
        <p:spPr>
          <a:xfrm>
            <a:off x="4800600" y="6137910"/>
            <a:ext cx="1440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521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0CE79-18B6-0A08-9A4D-19173712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51AAA4A-5F74-C540-999C-B51B4DEC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603298" cy="1320800"/>
          </a:xfrm>
        </p:spPr>
        <p:txBody>
          <a:bodyPr/>
          <a:lstStyle/>
          <a:p>
            <a:r>
              <a:rPr lang="ru-RU" dirty="0"/>
              <a:t>Обучение нейронной сети</a:t>
            </a:r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6750DA8D-2E32-146B-2471-EBBDF6410F49}"/>
              </a:ext>
            </a:extLst>
          </p:cNvPr>
          <p:cNvGrpSpPr/>
          <p:nvPr/>
        </p:nvGrpSpPr>
        <p:grpSpPr>
          <a:xfrm>
            <a:off x="-95097" y="1486717"/>
            <a:ext cx="9306312" cy="4516094"/>
            <a:chOff x="-129387" y="1498147"/>
            <a:chExt cx="9306312" cy="4516094"/>
          </a:xfrm>
        </p:grpSpPr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50692677-A864-BB39-0360-21F8473BDE67}"/>
                </a:ext>
              </a:extLst>
            </p:cNvPr>
            <p:cNvGrpSpPr/>
            <p:nvPr/>
          </p:nvGrpSpPr>
          <p:grpSpPr>
            <a:xfrm>
              <a:off x="-129387" y="1498147"/>
              <a:ext cx="9306312" cy="4516094"/>
              <a:chOff x="156363" y="1521007"/>
              <a:chExt cx="9306312" cy="4516094"/>
            </a:xfrm>
          </p:grpSpPr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69127E65-99AA-0E54-09D1-F633C8F1D82D}"/>
                  </a:ext>
                </a:extLst>
              </p:cNvPr>
              <p:cNvSpPr/>
              <p:nvPr/>
            </p:nvSpPr>
            <p:spPr>
              <a:xfrm>
                <a:off x="6272677" y="1521007"/>
                <a:ext cx="2571577" cy="70708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1300" dirty="0"/>
                  <a:t>Написать код для нейросети помогала </a:t>
                </a:r>
                <a:r>
                  <a:rPr lang="en-US" sz="1300" dirty="0"/>
                  <a:t>Gemini</a:t>
                </a:r>
                <a:endParaRPr lang="ru-RU" sz="1300" dirty="0"/>
              </a:p>
            </p:txBody>
          </p:sp>
          <p:grpSp>
            <p:nvGrpSpPr>
              <p:cNvPr id="37" name="Группа 36">
                <a:extLst>
                  <a:ext uri="{FF2B5EF4-FFF2-40B4-BE49-F238E27FC236}">
                    <a16:creationId xmlns:a16="http://schemas.microsoft.com/office/drawing/2014/main" id="{AC66936B-8BA2-0A9C-3390-C021FA51C06D}"/>
                  </a:ext>
                </a:extLst>
              </p:cNvPr>
              <p:cNvGrpSpPr/>
              <p:nvPr/>
            </p:nvGrpSpPr>
            <p:grpSpPr>
              <a:xfrm>
                <a:off x="156363" y="1906270"/>
                <a:ext cx="9306312" cy="4130831"/>
                <a:chOff x="156363" y="1906270"/>
                <a:chExt cx="9306312" cy="4130831"/>
              </a:xfrm>
            </p:grpSpPr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46E97403-FECD-2D8D-6EA7-AEFFDDC99CB1}"/>
                    </a:ext>
                  </a:extLst>
                </p:cNvPr>
                <p:cNvGrpSpPr/>
                <p:nvPr/>
              </p:nvGrpSpPr>
              <p:grpSpPr>
                <a:xfrm>
                  <a:off x="156363" y="1906270"/>
                  <a:ext cx="9306312" cy="3996690"/>
                  <a:chOff x="156363" y="1906270"/>
                  <a:chExt cx="9306312" cy="3996690"/>
                </a:xfrm>
              </p:grpSpPr>
              <p:grpSp>
                <p:nvGrpSpPr>
                  <p:cNvPr id="35" name="Группа 34">
                    <a:extLst>
                      <a:ext uri="{FF2B5EF4-FFF2-40B4-BE49-F238E27FC236}">
                        <a16:creationId xmlns:a16="http://schemas.microsoft.com/office/drawing/2014/main" id="{31D8FD13-FD02-4CAC-0149-57FF65A3CA5F}"/>
                      </a:ext>
                    </a:extLst>
                  </p:cNvPr>
                  <p:cNvGrpSpPr/>
                  <p:nvPr/>
                </p:nvGrpSpPr>
                <p:grpSpPr>
                  <a:xfrm>
                    <a:off x="156363" y="1906270"/>
                    <a:ext cx="9306312" cy="3996690"/>
                    <a:chOff x="156363" y="1906270"/>
                    <a:chExt cx="9306312" cy="3996690"/>
                  </a:xfrm>
                </p:grpSpPr>
                <p:graphicFrame>
                  <p:nvGraphicFramePr>
                    <p:cNvPr id="16" name="Схема 15">
                      <a:extLst>
                        <a:ext uri="{FF2B5EF4-FFF2-40B4-BE49-F238E27FC236}">
                          <a16:creationId xmlns:a16="http://schemas.microsoft.com/office/drawing/2014/main" id="{FC21984E-FFB8-94E9-C8A0-0FBF542F40AD}"/>
                        </a:ext>
                      </a:extLst>
                    </p:cNvPr>
                    <p:cNvGraphicFramePr/>
                    <p:nvPr>
                      <p:extLst>
                        <p:ext uri="{D42A27DB-BD31-4B8C-83A1-F6EECF244321}">
                          <p14:modId xmlns:p14="http://schemas.microsoft.com/office/powerpoint/2010/main" val="3413796255"/>
                        </p:ext>
                      </p:extLst>
                    </p:nvPr>
                  </p:nvGraphicFramePr>
                  <p:xfrm>
                    <a:off x="5654260" y="2342028"/>
                    <a:ext cx="3808415" cy="2539068"/>
                  </p:xfrm>
                  <a:graphic>
                    <a:graphicData uri="http://schemas.openxmlformats.org/drawingml/2006/diagram">
                      <dgm:relIds xmlns:dgm="http://schemas.openxmlformats.org/drawingml/2006/diagram" xmlns:r="http://schemas.openxmlformats.org/officeDocument/2006/relationships" r:dm="rId2" r:lo="rId3" r:qs="rId4" r:cs="rId5"/>
                    </a:graphicData>
                  </a:graphic>
                </p:graphicFrame>
                <p:grpSp>
                  <p:nvGrpSpPr>
                    <p:cNvPr id="34" name="Группа 33">
                      <a:extLst>
                        <a:ext uri="{FF2B5EF4-FFF2-40B4-BE49-F238E27FC236}">
                          <a16:creationId xmlns:a16="http://schemas.microsoft.com/office/drawing/2014/main" id="{BFF9C1AC-C42E-CC1B-F284-339B5AB62F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6363" y="1906270"/>
                      <a:ext cx="5318377" cy="3996690"/>
                      <a:chOff x="156363" y="1906270"/>
                      <a:chExt cx="5318377" cy="3996690"/>
                    </a:xfrm>
                  </p:grpSpPr>
                  <p:sp>
                    <p:nvSpPr>
                      <p:cNvPr id="13" name="Стрелка: вправо 12">
                        <a:extLst>
                          <a:ext uri="{FF2B5EF4-FFF2-40B4-BE49-F238E27FC236}">
                            <a16:creationId xmlns:a16="http://schemas.microsoft.com/office/drawing/2014/main" id="{844144BB-A509-9B9B-5E11-DEF06D988D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68082" y="3676015"/>
                        <a:ext cx="506658" cy="457200"/>
                      </a:xfrm>
                      <a:prstGeom prst="rightArrow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ru-RU" dirty="0"/>
                      </a:p>
                    </p:txBody>
                  </p:sp>
                  <p:grpSp>
                    <p:nvGrpSpPr>
                      <p:cNvPr id="33" name="Группа 32">
                        <a:extLst>
                          <a:ext uri="{FF2B5EF4-FFF2-40B4-BE49-F238E27FC236}">
                            <a16:creationId xmlns:a16="http://schemas.microsoft.com/office/drawing/2014/main" id="{AD2DD767-DDED-D1C8-660D-76CF1C8D26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6363" y="1906270"/>
                        <a:ext cx="4569820" cy="3996690"/>
                        <a:chOff x="156363" y="1906270"/>
                        <a:chExt cx="4569820" cy="3996690"/>
                      </a:xfrm>
                    </p:grpSpPr>
                    <p:grpSp>
                      <p:nvGrpSpPr>
                        <p:cNvPr id="17" name="Группа 16">
                          <a:extLst>
                            <a:ext uri="{FF2B5EF4-FFF2-40B4-BE49-F238E27FC236}">
                              <a16:creationId xmlns:a16="http://schemas.microsoft.com/office/drawing/2014/main" id="{DD2A0673-F0EC-CB96-2527-E7A4B5E121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6363" y="1906270"/>
                          <a:ext cx="3910491" cy="3996690"/>
                          <a:chOff x="247803" y="2052081"/>
                          <a:chExt cx="3910491" cy="3996690"/>
                        </a:xfrm>
                      </p:grpSpPr>
                      <p:graphicFrame>
                        <p:nvGraphicFramePr>
                          <p:cNvPr id="4" name="Схема 3">
                            <a:extLst>
                              <a:ext uri="{FF2B5EF4-FFF2-40B4-BE49-F238E27FC236}">
                                <a16:creationId xmlns:a16="http://schemas.microsoft.com/office/drawing/2014/main" id="{5903334F-926B-C23A-7196-42D1AFCDD2D6}"/>
                              </a:ext>
                            </a:extLst>
                          </p:cNvPr>
                          <p:cNvGraphicFramePr/>
                          <p:nvPr>
                            <p:extLst>
                              <p:ext uri="{D42A27DB-BD31-4B8C-83A1-F6EECF244321}">
                                <p14:modId xmlns:p14="http://schemas.microsoft.com/office/powerpoint/2010/main" val="2997065057"/>
                              </p:ext>
                            </p:extLst>
                          </p:nvPr>
                        </p:nvGraphicFramePr>
                        <p:xfrm>
                          <a:off x="247803" y="2052081"/>
                          <a:ext cx="3910491" cy="3996690"/>
                        </p:xfrm>
                        <a:graphic>
                          <a:graphicData uri="http://schemas.openxmlformats.org/drawingml/2006/diagram">
                            <dgm:relIds xmlns:dgm="http://schemas.openxmlformats.org/drawingml/2006/diagram" xmlns:r="http://schemas.openxmlformats.org/officeDocument/2006/relationships" r:dm="rId7" r:lo="rId8" r:qs="rId9" r:cs="rId10"/>
                          </a:graphicData>
                        </a:graphic>
                      </p:graphicFrame>
                      <p:pic>
                        <p:nvPicPr>
                          <p:cNvPr id="7" name="Рисунок 6" descr="Шестеренки со сплошной заливкой">
                            <a:extLst>
                              <a:ext uri="{FF2B5EF4-FFF2-40B4-BE49-F238E27FC236}">
                                <a16:creationId xmlns:a16="http://schemas.microsoft.com/office/drawing/2014/main" id="{249834C3-80E9-92B3-D43E-15E652128FCC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96DAC541-7B7A-43D3-8B79-37D633B846F1}">
                                <asvg:svgBlip xmlns:asvg="http://schemas.microsoft.com/office/drawing/2016/SVG/main" r:embed="rId13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025283" y="2203102"/>
                            <a:ext cx="793859" cy="793859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1" name="Рисунок 10" descr="Передача со сплошной заливкой">
                            <a:extLst>
                              <a:ext uri="{FF2B5EF4-FFF2-40B4-BE49-F238E27FC236}">
                                <a16:creationId xmlns:a16="http://schemas.microsoft.com/office/drawing/2014/main" id="{5DD07876-DDEA-A4F2-E86D-E9356E2A360A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96DAC541-7B7A-43D3-8B79-37D633B846F1}">
                                <asvg:svgBlip xmlns:asvg="http://schemas.microsoft.com/office/drawing/2016/SVG/main" r:embed="rId15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025283" y="3730386"/>
                            <a:ext cx="640080" cy="640080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grpSp>
                      <p:nvGrpSpPr>
                        <p:cNvPr id="27" name="Группа 26">
                          <a:extLst>
                            <a:ext uri="{FF2B5EF4-FFF2-40B4-BE49-F238E27FC236}">
                              <a16:creationId xmlns:a16="http://schemas.microsoft.com/office/drawing/2014/main" id="{28C94C43-0381-E454-219C-5705388A523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002435" y="2057291"/>
                          <a:ext cx="1723748" cy="3577928"/>
                          <a:chOff x="3002435" y="1930400"/>
                          <a:chExt cx="1723748" cy="3577928"/>
                        </a:xfrm>
                      </p:grpSpPr>
                      <p:grpSp>
                        <p:nvGrpSpPr>
                          <p:cNvPr id="24" name="Группа 23">
                            <a:extLst>
                              <a:ext uri="{FF2B5EF4-FFF2-40B4-BE49-F238E27FC236}">
                                <a16:creationId xmlns:a16="http://schemas.microsoft.com/office/drawing/2014/main" id="{40F36949-6809-8D33-110F-8ADC756A1D1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002435" y="3814097"/>
                            <a:ext cx="1723748" cy="1694231"/>
                            <a:chOff x="2907759" y="2786876"/>
                            <a:chExt cx="1723748" cy="1694231"/>
                          </a:xfrm>
                        </p:grpSpPr>
                        <p:sp>
                          <p:nvSpPr>
                            <p:cNvPr id="14" name="Прямоугольник 13">
                              <a:extLst>
                                <a:ext uri="{FF2B5EF4-FFF2-40B4-BE49-F238E27FC236}">
                                  <a16:creationId xmlns:a16="http://schemas.microsoft.com/office/drawing/2014/main" id="{C2F82126-7777-875B-2499-7E90EBE700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907759" y="2786876"/>
                              <a:ext cx="1709962" cy="419662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400" dirty="0" err="1"/>
                                <a:t>CrossEntropyLoss</a:t>
                              </a:r>
                              <a:endParaRPr lang="en-US" sz="1400" dirty="0"/>
                            </a:p>
                          </p:txBody>
                        </p:sp>
                        <p:sp>
                          <p:nvSpPr>
                            <p:cNvPr id="15" name="Прямоугольник 14">
                              <a:extLst>
                                <a:ext uri="{FF2B5EF4-FFF2-40B4-BE49-F238E27FC236}">
                                  <a16:creationId xmlns:a16="http://schemas.microsoft.com/office/drawing/2014/main" id="{BF2EF2C9-34FC-A059-7FC5-4975843FA4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914651" y="3373373"/>
                              <a:ext cx="1709962" cy="353611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400" dirty="0" err="1"/>
                                <a:t>AdamW</a:t>
                              </a:r>
                              <a:endParaRPr lang="en-US" sz="1400" dirty="0"/>
                            </a:p>
                          </p:txBody>
                        </p:sp>
                        <p:sp>
                          <p:nvSpPr>
                            <p:cNvPr id="20" name="Прямоугольник 19">
                              <a:extLst>
                                <a:ext uri="{FF2B5EF4-FFF2-40B4-BE49-F238E27FC236}">
                                  <a16:creationId xmlns:a16="http://schemas.microsoft.com/office/drawing/2014/main" id="{5C6C45BE-8CCF-4E73-6E58-F6E3C3504ED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914651" y="3894579"/>
                              <a:ext cx="1716856" cy="586528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400" dirty="0" err="1"/>
                                <a:t>AutoTokenizer</a:t>
                              </a:r>
                              <a:r>
                                <a:rPr lang="en-US" sz="1400" dirty="0"/>
                                <a:t>.</a:t>
                              </a:r>
                            </a:p>
                            <a:p>
                              <a:pPr algn="ctr"/>
                              <a:r>
                                <a:rPr lang="en-US" sz="1400" dirty="0" err="1"/>
                                <a:t>from_pretrained</a:t>
                              </a:r>
                              <a:endParaRPr lang="en-US" sz="1400" dirty="0"/>
                            </a:p>
                          </p:txBody>
                        </p:sp>
                      </p:grpSp>
                      <p:grpSp>
                        <p:nvGrpSpPr>
                          <p:cNvPr id="26" name="Группа 25">
                            <a:extLst>
                              <a:ext uri="{FF2B5EF4-FFF2-40B4-BE49-F238E27FC236}">
                                <a16:creationId xmlns:a16="http://schemas.microsoft.com/office/drawing/2014/main" id="{6656917B-F28E-68F2-32BA-46BD152F4A6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3016221" y="1930400"/>
                            <a:ext cx="1709962" cy="1671516"/>
                            <a:chOff x="3002435" y="1815690"/>
                            <a:chExt cx="1709962" cy="1671516"/>
                          </a:xfrm>
                        </p:grpSpPr>
                        <p:sp>
                          <p:nvSpPr>
                            <p:cNvPr id="23" name="Прямоугольник 22">
                              <a:extLst>
                                <a:ext uri="{FF2B5EF4-FFF2-40B4-BE49-F238E27FC236}">
                                  <a16:creationId xmlns:a16="http://schemas.microsoft.com/office/drawing/2014/main" id="{99D411C9-2247-F1B2-9007-012AE87769E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002435" y="1815690"/>
                              <a:ext cx="1709962" cy="793859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400" dirty="0" err="1"/>
                                <a:t>TextClassification</a:t>
                              </a:r>
                              <a:endParaRPr lang="ru-RU" sz="1400" dirty="0"/>
                            </a:p>
                            <a:p>
                              <a:pPr algn="ctr"/>
                              <a:r>
                                <a:rPr lang="en-US" sz="1400" dirty="0"/>
                                <a:t>Dataset(Dataset)</a:t>
                              </a:r>
                            </a:p>
                          </p:txBody>
                        </p:sp>
                        <p:sp>
                          <p:nvSpPr>
                            <p:cNvPr id="25" name="Прямоугольник 24">
                              <a:extLst>
                                <a:ext uri="{FF2B5EF4-FFF2-40B4-BE49-F238E27FC236}">
                                  <a16:creationId xmlns:a16="http://schemas.microsoft.com/office/drawing/2014/main" id="{544654BE-E7FB-E372-C415-4A0DD51BA4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3002435" y="2693347"/>
                              <a:ext cx="1709962" cy="793859"/>
                            </a:xfrm>
                            <a:prstGeom prst="rect">
                              <a:avLst/>
                            </a:prstGeom>
                          </p:spPr>
                          <p:style>
                            <a:lnRef idx="2">
                              <a:schemeClr val="accent1"/>
                            </a:lnRef>
                            <a:fillRef idx="1">
                              <a:schemeClr val="l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dk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400" dirty="0" err="1"/>
                                <a:t>BERTClassifier</a:t>
                              </a:r>
                              <a:endParaRPr lang="ru-RU" sz="1400" dirty="0"/>
                            </a:p>
                            <a:p>
                              <a:pPr algn="ctr"/>
                              <a:r>
                                <a:rPr lang="en-US" sz="1400" dirty="0"/>
                                <a:t>(</a:t>
                              </a:r>
                              <a:r>
                                <a:rPr lang="en-US" sz="1400" dirty="0" err="1"/>
                                <a:t>nn.Module</a:t>
                              </a:r>
                              <a:r>
                                <a:rPr lang="en-US" sz="1400" dirty="0"/>
                                <a:t>)</a:t>
                              </a:r>
                            </a:p>
                          </p:txBody>
                        </p:sp>
                      </p:grpSp>
                    </p:grpSp>
                  </p:grpSp>
                </p:grpSp>
              </p:grpSp>
              <p:sp>
                <p:nvSpPr>
                  <p:cNvPr id="30" name="Стрелка: вправо 29">
                    <a:extLst>
                      <a:ext uri="{FF2B5EF4-FFF2-40B4-BE49-F238E27FC236}">
                        <a16:creationId xmlns:a16="http://schemas.microsoft.com/office/drawing/2014/main" id="{4C1B48DA-CED2-3A55-3FF0-F7885AFB6A5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05138" y="4988042"/>
                    <a:ext cx="506658" cy="457200"/>
                  </a:xfrm>
                  <a:prstGeom prst="rightArrow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 dirty="0"/>
                  </a:p>
                </p:txBody>
              </p:sp>
              <p:sp>
                <p:nvSpPr>
                  <p:cNvPr id="31" name="Прямоугольник 30">
                    <a:extLst>
                      <a:ext uri="{FF2B5EF4-FFF2-40B4-BE49-F238E27FC236}">
                        <a16:creationId xmlns:a16="http://schemas.microsoft.com/office/drawing/2014/main" id="{76FBE8AC-A540-B420-8834-CF41F5C5A34B}"/>
                      </a:ext>
                    </a:extLst>
                  </p:cNvPr>
                  <p:cNvSpPr/>
                  <p:nvPr/>
                </p:nvSpPr>
                <p:spPr>
                  <a:xfrm>
                    <a:off x="5907684" y="4969901"/>
                    <a:ext cx="1422183" cy="41966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1400" dirty="0" err="1"/>
                      <a:t>эмбеддинги</a:t>
                    </a:r>
                    <a:endParaRPr lang="en-US" sz="1400" dirty="0"/>
                  </a:p>
                </p:txBody>
              </p:sp>
            </p:grpSp>
            <p:sp>
              <p:nvSpPr>
                <p:cNvPr id="32" name="Прямоугольник 31">
                  <a:extLst>
                    <a:ext uri="{FF2B5EF4-FFF2-40B4-BE49-F238E27FC236}">
                      <a16:creationId xmlns:a16="http://schemas.microsoft.com/office/drawing/2014/main" id="{69A9AFA0-5464-A754-F027-FEF3286B65F2}"/>
                    </a:ext>
                  </a:extLst>
                </p:cNvPr>
                <p:cNvSpPr/>
                <p:nvPr/>
              </p:nvSpPr>
              <p:spPr>
                <a:xfrm>
                  <a:off x="7032696" y="5617439"/>
                  <a:ext cx="1051541" cy="419662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err="1"/>
                    <a:t>nn.Linear</a:t>
                  </a:r>
                  <a:endParaRPr lang="en-US" sz="1400" dirty="0"/>
                </a:p>
              </p:txBody>
            </p:sp>
          </p:grpSp>
        </p:grpSp>
        <p:pic>
          <p:nvPicPr>
            <p:cNvPr id="10" name="Рисунок 9" descr="Документ со сплошной заливкой">
              <a:extLst>
                <a:ext uri="{FF2B5EF4-FFF2-40B4-BE49-F238E27FC236}">
                  <a16:creationId xmlns:a16="http://schemas.microsoft.com/office/drawing/2014/main" id="{44CB1BE6-4027-2189-1B5A-15DBA5046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67536" y="5046663"/>
              <a:ext cx="640080" cy="640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1381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FEF1-77B3-F5F4-C1E3-976975CCB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1F0900E-F9C6-6ED9-873D-32BC56CC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ru-RU" dirty="0"/>
              <a:t>Метрики</a:t>
            </a: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954BCFC-E9CC-31B7-5085-728F4B8E0E9C}"/>
              </a:ext>
            </a:extLst>
          </p:cNvPr>
          <p:cNvGrpSpPr/>
          <p:nvPr/>
        </p:nvGrpSpPr>
        <p:grpSpPr>
          <a:xfrm>
            <a:off x="960016" y="1612900"/>
            <a:ext cx="8199859" cy="4915113"/>
            <a:chOff x="1441697" y="1590040"/>
            <a:chExt cx="8199859" cy="4915113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8D489683-00AF-4A68-DE95-BFFF0599C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697" y="1590040"/>
              <a:ext cx="6547873" cy="4915113"/>
            </a:xfrm>
            <a:prstGeom prst="rect">
              <a:avLst/>
            </a:prstGeom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63949E86-11F8-09EB-330E-9597A00CCCFC}"/>
                </a:ext>
              </a:extLst>
            </p:cNvPr>
            <p:cNvSpPr/>
            <p:nvPr/>
          </p:nvSpPr>
          <p:spPr>
            <a:xfrm>
              <a:off x="6909083" y="3150021"/>
              <a:ext cx="2732473" cy="61355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400" dirty="0">
                  <a:sym typeface="Wingdings" panose="05000000000000000000" pitchFamily="2" charset="2"/>
                </a:rPr>
                <a:t></a:t>
              </a:r>
              <a:r>
                <a:rPr lang="en-US" sz="1400" dirty="0">
                  <a:sym typeface="Wingdings" panose="05000000000000000000" pitchFamily="2" charset="2"/>
                </a:rPr>
                <a:t> </a:t>
              </a:r>
              <a:r>
                <a:rPr lang="ru-RU" sz="1400" dirty="0">
                  <a:sym typeface="Wingdings" panose="05000000000000000000" pitchFamily="2" charset="2"/>
                </a:rPr>
                <a:t>Изменение границ классов / выделение новых классов</a:t>
              </a:r>
              <a:endParaRPr lang="ru-RU" sz="1400" dirty="0"/>
            </a:p>
          </p:txBody>
        </p: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9C896891-291D-293C-0235-43A244CC636A}"/>
                </a:ext>
              </a:extLst>
            </p:cNvPr>
            <p:cNvCxnSpPr/>
            <p:nvPr/>
          </p:nvCxnSpPr>
          <p:spPr>
            <a:xfrm>
              <a:off x="6735657" y="2560320"/>
              <a:ext cx="15396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65E50E36-4E2E-1F90-C85C-832180D5AA43}"/>
                </a:ext>
              </a:extLst>
            </p:cNvPr>
            <p:cNvCxnSpPr/>
            <p:nvPr/>
          </p:nvCxnSpPr>
          <p:spPr>
            <a:xfrm>
              <a:off x="8275320" y="2560320"/>
              <a:ext cx="0" cy="577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4AAD3591-3DEA-7947-60C6-8CFBE0E7FF59}"/>
                </a:ext>
              </a:extLst>
            </p:cNvPr>
            <p:cNvSpPr/>
            <p:nvPr/>
          </p:nvSpPr>
          <p:spPr>
            <a:xfrm>
              <a:off x="6909082" y="3990903"/>
              <a:ext cx="2732473" cy="75310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ym typeface="Wingdings" panose="05000000000000000000" pitchFamily="2" charset="2"/>
                </a:rPr>
                <a:t>LM for Historic Dutch </a:t>
              </a:r>
              <a:r>
                <a:rPr lang="ru-RU" sz="1400" dirty="0">
                  <a:sym typeface="Wingdings" panose="05000000000000000000" pitchFamily="2" charset="2"/>
                </a:rPr>
                <a:t>дала хороший прирост по второму классу</a:t>
              </a:r>
              <a:endParaRPr lang="ru-RU" sz="1400" dirty="0"/>
            </a:p>
          </p:txBody>
        </p: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3D1CBFF3-15CE-E490-492F-1311326DDC20}"/>
                </a:ext>
              </a:extLst>
            </p:cNvPr>
            <p:cNvCxnSpPr>
              <a:cxnSpLocks/>
            </p:cNvCxnSpPr>
            <p:nvPr/>
          </p:nvCxnSpPr>
          <p:spPr>
            <a:xfrm>
              <a:off x="3131820" y="6172200"/>
              <a:ext cx="14401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5979C89C-A7A4-6CDE-CFF8-ACBA240FEFD9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 flipH="1">
              <a:off x="6709966" y="4744006"/>
              <a:ext cx="1565353" cy="1602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90FE6A02-116B-E334-2A13-CFD4A403F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7920" y="6172200"/>
              <a:ext cx="245540" cy="1744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7985C041-8F22-4C88-2DB0-DEB064893CCC}"/>
                </a:ext>
              </a:extLst>
            </p:cNvPr>
            <p:cNvCxnSpPr/>
            <p:nvPr/>
          </p:nvCxnSpPr>
          <p:spPr>
            <a:xfrm>
              <a:off x="4823460" y="6346652"/>
              <a:ext cx="188650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829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42D19-9956-DE24-5C7F-976EFD627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</a:t>
            </a:r>
          </a:p>
        </p:txBody>
      </p:sp>
      <p:sp>
        <p:nvSpPr>
          <p:cNvPr id="6" name="Прямоугольник: скругленные углы 4">
            <a:extLst>
              <a:ext uri="{FF2B5EF4-FFF2-40B4-BE49-F238E27FC236}">
                <a16:creationId xmlns:a16="http://schemas.microsoft.com/office/drawing/2014/main" id="{F123A661-4DE8-164F-F0AB-8699240B4654}"/>
              </a:ext>
            </a:extLst>
          </p:cNvPr>
          <p:cNvSpPr txBox="1"/>
          <p:nvPr/>
        </p:nvSpPr>
        <p:spPr>
          <a:xfrm>
            <a:off x="1072283" y="1692545"/>
            <a:ext cx="377952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91440" tIns="91440" rIns="91440" bIns="91440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nl-NL" sz="2000" dirty="0"/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424206CB-F62D-3B5B-F00A-B7DD95B96C5D}"/>
              </a:ext>
            </a:extLst>
          </p:cNvPr>
          <p:cNvGrpSpPr/>
          <p:nvPr/>
        </p:nvGrpSpPr>
        <p:grpSpPr>
          <a:xfrm>
            <a:off x="-284077" y="1692545"/>
            <a:ext cx="10271760" cy="4047690"/>
            <a:chOff x="-284077" y="1771285"/>
            <a:chExt cx="10271760" cy="4047690"/>
          </a:xfrm>
        </p:grpSpPr>
        <p:graphicFrame>
          <p:nvGraphicFramePr>
            <p:cNvPr id="8" name="Схема 7">
              <a:extLst>
                <a:ext uri="{FF2B5EF4-FFF2-40B4-BE49-F238E27FC236}">
                  <a16:creationId xmlns:a16="http://schemas.microsoft.com/office/drawing/2014/main" id="{B4E2A340-12DC-8094-5CEB-7B954C4FA0D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15661370"/>
                </p:ext>
              </p:extLst>
            </p:nvPr>
          </p:nvGraphicFramePr>
          <p:xfrm>
            <a:off x="-284077" y="1783985"/>
            <a:ext cx="10271760" cy="39707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49" name="Группа 48">
              <a:extLst>
                <a:ext uri="{FF2B5EF4-FFF2-40B4-BE49-F238E27FC236}">
                  <a16:creationId xmlns:a16="http://schemas.microsoft.com/office/drawing/2014/main" id="{EC6A76D3-0B54-A813-21BB-259FAF8278B8}"/>
                </a:ext>
              </a:extLst>
            </p:cNvPr>
            <p:cNvGrpSpPr/>
            <p:nvPr/>
          </p:nvGrpSpPr>
          <p:grpSpPr>
            <a:xfrm>
              <a:off x="1215619" y="1771285"/>
              <a:ext cx="661794" cy="4047690"/>
              <a:chOff x="1215619" y="1771285"/>
              <a:chExt cx="661794" cy="4047690"/>
            </a:xfrm>
          </p:grpSpPr>
          <p:grpSp>
            <p:nvGrpSpPr>
              <p:cNvPr id="45" name="Группа 44">
                <a:extLst>
                  <a:ext uri="{FF2B5EF4-FFF2-40B4-BE49-F238E27FC236}">
                    <a16:creationId xmlns:a16="http://schemas.microsoft.com/office/drawing/2014/main" id="{F32BC998-3DC3-115B-026D-085D7D7D5384}"/>
                  </a:ext>
                </a:extLst>
              </p:cNvPr>
              <p:cNvGrpSpPr/>
              <p:nvPr/>
            </p:nvGrpSpPr>
            <p:grpSpPr>
              <a:xfrm>
                <a:off x="1236674" y="3126655"/>
                <a:ext cx="616758" cy="616758"/>
                <a:chOff x="1236674" y="3126655"/>
                <a:chExt cx="616758" cy="616758"/>
              </a:xfrm>
            </p:grpSpPr>
            <p:sp>
              <p:nvSpPr>
                <p:cNvPr id="23" name="Овал 22">
                  <a:extLst>
                    <a:ext uri="{FF2B5EF4-FFF2-40B4-BE49-F238E27FC236}">
                      <a16:creationId xmlns:a16="http://schemas.microsoft.com/office/drawing/2014/main" id="{B952B7D6-41ED-E016-BAE6-16A992E17E6B}"/>
                    </a:ext>
                  </a:extLst>
                </p:cNvPr>
                <p:cNvSpPr/>
                <p:nvPr/>
              </p:nvSpPr>
              <p:spPr>
                <a:xfrm>
                  <a:off x="1236674" y="3126655"/>
                  <a:ext cx="616758" cy="61675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2" name="Рисунок 21" descr="Линейчатая диаграмма со сплошной заливкой">
                  <a:extLst>
                    <a:ext uri="{FF2B5EF4-FFF2-40B4-BE49-F238E27FC236}">
                      <a16:creationId xmlns:a16="http://schemas.microsoft.com/office/drawing/2014/main" id="{DA6A1801-C709-3DD4-4253-CCFFD447E5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03250" y="3192235"/>
                  <a:ext cx="488387" cy="488387"/>
                </a:xfrm>
                <a:prstGeom prst="rect">
                  <a:avLst/>
                </a:prstGeom>
              </p:spPr>
            </p:pic>
          </p:grpSp>
          <p:grpSp>
            <p:nvGrpSpPr>
              <p:cNvPr id="44" name="Группа 43">
                <a:extLst>
                  <a:ext uri="{FF2B5EF4-FFF2-40B4-BE49-F238E27FC236}">
                    <a16:creationId xmlns:a16="http://schemas.microsoft.com/office/drawing/2014/main" id="{12FD291E-F103-5ECB-0259-A4C04F26D8B2}"/>
                  </a:ext>
                </a:extLst>
              </p:cNvPr>
              <p:cNvGrpSpPr/>
              <p:nvPr/>
            </p:nvGrpSpPr>
            <p:grpSpPr>
              <a:xfrm>
                <a:off x="1236674" y="2452283"/>
                <a:ext cx="616758" cy="616758"/>
                <a:chOff x="1236674" y="2452283"/>
                <a:chExt cx="616758" cy="616758"/>
              </a:xfrm>
            </p:grpSpPr>
            <p:sp>
              <p:nvSpPr>
                <p:cNvPr id="31" name="Овал 30">
                  <a:extLst>
                    <a:ext uri="{FF2B5EF4-FFF2-40B4-BE49-F238E27FC236}">
                      <a16:creationId xmlns:a16="http://schemas.microsoft.com/office/drawing/2014/main" id="{C36BC2DF-AC73-1608-6BEA-2BC5E4A8F5E3}"/>
                    </a:ext>
                  </a:extLst>
                </p:cNvPr>
                <p:cNvSpPr/>
                <p:nvPr/>
              </p:nvSpPr>
              <p:spPr>
                <a:xfrm>
                  <a:off x="1236674" y="2452283"/>
                  <a:ext cx="616758" cy="61675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0" name="Рисунок 19" descr="Ежедневник со сплошной заливкой">
                  <a:extLst>
                    <a:ext uri="{FF2B5EF4-FFF2-40B4-BE49-F238E27FC236}">
                      <a16:creationId xmlns:a16="http://schemas.microsoft.com/office/drawing/2014/main" id="{44977B75-2752-E051-667A-570ED22367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03251" y="2509897"/>
                  <a:ext cx="488387" cy="488387"/>
                </a:xfrm>
                <a:prstGeom prst="rect">
                  <a:avLst/>
                </a:prstGeom>
              </p:spPr>
            </p:pic>
          </p:grpSp>
          <p:grpSp>
            <p:nvGrpSpPr>
              <p:cNvPr id="46" name="Группа 45">
                <a:extLst>
                  <a:ext uri="{FF2B5EF4-FFF2-40B4-BE49-F238E27FC236}">
                    <a16:creationId xmlns:a16="http://schemas.microsoft.com/office/drawing/2014/main" id="{2ADBB054-7B5B-B0BE-BE30-8EE2050B63EC}"/>
                  </a:ext>
                </a:extLst>
              </p:cNvPr>
              <p:cNvGrpSpPr/>
              <p:nvPr/>
            </p:nvGrpSpPr>
            <p:grpSpPr>
              <a:xfrm>
                <a:off x="1215619" y="3815348"/>
                <a:ext cx="616758" cy="616758"/>
                <a:chOff x="1215619" y="3815348"/>
                <a:chExt cx="616758" cy="616758"/>
              </a:xfrm>
            </p:grpSpPr>
            <p:sp>
              <p:nvSpPr>
                <p:cNvPr id="17" name="Овал 16">
                  <a:extLst>
                    <a:ext uri="{FF2B5EF4-FFF2-40B4-BE49-F238E27FC236}">
                      <a16:creationId xmlns:a16="http://schemas.microsoft.com/office/drawing/2014/main" id="{08B89546-6AFF-F641-6ADA-8816C03F2AA1}"/>
                    </a:ext>
                  </a:extLst>
                </p:cNvPr>
                <p:cNvSpPr/>
                <p:nvPr/>
              </p:nvSpPr>
              <p:spPr>
                <a:xfrm>
                  <a:off x="1215619" y="3815348"/>
                  <a:ext cx="616758" cy="61675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13" name="Рисунок 12" descr="Шестеренки со сплошной заливкой">
                  <a:extLst>
                    <a:ext uri="{FF2B5EF4-FFF2-40B4-BE49-F238E27FC236}">
                      <a16:creationId xmlns:a16="http://schemas.microsoft.com/office/drawing/2014/main" id="{F527AC57-CDF0-6286-E8BB-FE2DCDA2DB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60655" y="3870032"/>
                  <a:ext cx="530982" cy="530982"/>
                </a:xfrm>
                <a:prstGeom prst="rect">
                  <a:avLst/>
                </a:prstGeom>
              </p:spPr>
            </p:pic>
          </p:grpSp>
          <p:grpSp>
            <p:nvGrpSpPr>
              <p:cNvPr id="43" name="Группа 42">
                <a:extLst>
                  <a:ext uri="{FF2B5EF4-FFF2-40B4-BE49-F238E27FC236}">
                    <a16:creationId xmlns:a16="http://schemas.microsoft.com/office/drawing/2014/main" id="{242172B9-36D6-6BE3-0C70-57D3DADA51C0}"/>
                  </a:ext>
                </a:extLst>
              </p:cNvPr>
              <p:cNvGrpSpPr/>
              <p:nvPr/>
            </p:nvGrpSpPr>
            <p:grpSpPr>
              <a:xfrm>
                <a:off x="1260655" y="1771285"/>
                <a:ext cx="616758" cy="616758"/>
                <a:chOff x="1260655" y="1771285"/>
                <a:chExt cx="616758" cy="616758"/>
              </a:xfrm>
            </p:grpSpPr>
            <p:sp>
              <p:nvSpPr>
                <p:cNvPr id="14" name="Овал 13">
                  <a:extLst>
                    <a:ext uri="{FF2B5EF4-FFF2-40B4-BE49-F238E27FC236}">
                      <a16:creationId xmlns:a16="http://schemas.microsoft.com/office/drawing/2014/main" id="{2E1960BF-668B-6DD3-F0E4-C9F24B7D7509}"/>
                    </a:ext>
                  </a:extLst>
                </p:cNvPr>
                <p:cNvSpPr/>
                <p:nvPr/>
              </p:nvSpPr>
              <p:spPr>
                <a:xfrm>
                  <a:off x="1260655" y="1771285"/>
                  <a:ext cx="616758" cy="61675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27" name="Рисунок 26" descr="Скрепка со сплошной заливкой">
                  <a:extLst>
                    <a:ext uri="{FF2B5EF4-FFF2-40B4-BE49-F238E27FC236}">
                      <a16:creationId xmlns:a16="http://schemas.microsoft.com/office/drawing/2014/main" id="{05AEB832-27C7-FE01-8896-2171623A4E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08880" y="1803584"/>
                  <a:ext cx="552160" cy="552160"/>
                </a:xfrm>
                <a:prstGeom prst="rect">
                  <a:avLst/>
                </a:prstGeom>
              </p:spPr>
            </p:pic>
          </p:grpSp>
          <p:grpSp>
            <p:nvGrpSpPr>
              <p:cNvPr id="47" name="Группа 46">
                <a:extLst>
                  <a:ext uri="{FF2B5EF4-FFF2-40B4-BE49-F238E27FC236}">
                    <a16:creationId xmlns:a16="http://schemas.microsoft.com/office/drawing/2014/main" id="{77747E61-BE08-9159-F2AB-8BFD75B41CCA}"/>
                  </a:ext>
                </a:extLst>
              </p:cNvPr>
              <p:cNvGrpSpPr/>
              <p:nvPr/>
            </p:nvGrpSpPr>
            <p:grpSpPr>
              <a:xfrm>
                <a:off x="1236674" y="4504041"/>
                <a:ext cx="616758" cy="616758"/>
                <a:chOff x="1236674" y="4504041"/>
                <a:chExt cx="616758" cy="616758"/>
              </a:xfrm>
            </p:grpSpPr>
            <p:sp>
              <p:nvSpPr>
                <p:cNvPr id="35" name="Овал 34">
                  <a:extLst>
                    <a:ext uri="{FF2B5EF4-FFF2-40B4-BE49-F238E27FC236}">
                      <a16:creationId xmlns:a16="http://schemas.microsoft.com/office/drawing/2014/main" id="{E40657B4-317E-6AC4-A9B2-118524D5A6B4}"/>
                    </a:ext>
                  </a:extLst>
                </p:cNvPr>
                <p:cNvSpPr/>
                <p:nvPr/>
              </p:nvSpPr>
              <p:spPr>
                <a:xfrm>
                  <a:off x="1236674" y="4504041"/>
                  <a:ext cx="616758" cy="61675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40" name="Рисунок 39" descr="Сеть со сплошной заливкой">
                  <a:extLst>
                    <a:ext uri="{FF2B5EF4-FFF2-40B4-BE49-F238E27FC236}">
                      <a16:creationId xmlns:a16="http://schemas.microsoft.com/office/drawing/2014/main" id="{4BBCB1D5-54D7-87B9-A1EA-CEB4A34020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03250" y="4577498"/>
                  <a:ext cx="465527" cy="465527"/>
                </a:xfrm>
                <a:prstGeom prst="rect">
                  <a:avLst/>
                </a:prstGeom>
              </p:spPr>
            </p:pic>
          </p:grpSp>
          <p:grpSp>
            <p:nvGrpSpPr>
              <p:cNvPr id="48" name="Группа 47">
                <a:extLst>
                  <a:ext uri="{FF2B5EF4-FFF2-40B4-BE49-F238E27FC236}">
                    <a16:creationId xmlns:a16="http://schemas.microsoft.com/office/drawing/2014/main" id="{2BA2C4BA-F1B7-F9CA-13E0-5DCA600D1567}"/>
                  </a:ext>
                </a:extLst>
              </p:cNvPr>
              <p:cNvGrpSpPr/>
              <p:nvPr/>
            </p:nvGrpSpPr>
            <p:grpSpPr>
              <a:xfrm>
                <a:off x="1236674" y="5202217"/>
                <a:ext cx="616758" cy="616758"/>
                <a:chOff x="1236674" y="5202217"/>
                <a:chExt cx="616758" cy="616758"/>
              </a:xfrm>
            </p:grpSpPr>
            <p:sp>
              <p:nvSpPr>
                <p:cNvPr id="33" name="Овал 32">
                  <a:extLst>
                    <a:ext uri="{FF2B5EF4-FFF2-40B4-BE49-F238E27FC236}">
                      <a16:creationId xmlns:a16="http://schemas.microsoft.com/office/drawing/2014/main" id="{612E2A78-4B13-0B2E-CAF6-70B797AA416D}"/>
                    </a:ext>
                  </a:extLst>
                </p:cNvPr>
                <p:cNvSpPr/>
                <p:nvPr/>
              </p:nvSpPr>
              <p:spPr>
                <a:xfrm>
                  <a:off x="1236674" y="5202217"/>
                  <a:ext cx="616758" cy="616758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pic>
              <p:nvPicPr>
                <p:cNvPr id="30" name="Рисунок 29" descr="Пробирки со сплошной заливкой">
                  <a:extLst>
                    <a:ext uri="{FF2B5EF4-FFF2-40B4-BE49-F238E27FC236}">
                      <a16:creationId xmlns:a16="http://schemas.microsoft.com/office/drawing/2014/main" id="{0B4B21F1-0C8D-E8A5-F2CA-70BC3BE745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29435" y="5279830"/>
                  <a:ext cx="439342" cy="439342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95264962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Индикатор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4473</TotalTime>
  <Words>986</Words>
  <Application>Microsoft Office PowerPoint</Application>
  <PresentationFormat>Широкоэкранный</PresentationFormat>
  <Paragraphs>250</Paragraphs>
  <Slides>26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Calibri</vt:lpstr>
      <vt:lpstr>Trebuchet MS</vt:lpstr>
      <vt:lpstr>Wingdings</vt:lpstr>
      <vt:lpstr>Wingdings 3</vt:lpstr>
      <vt:lpstr>Аспект</vt:lpstr>
      <vt:lpstr>Датирование исторических текстов на нидерландском языке (XIII-XIX вв.)</vt:lpstr>
      <vt:lpstr>Цель проекта, область применения</vt:lpstr>
      <vt:lpstr>Формирование корпуса</vt:lpstr>
      <vt:lpstr>1. Изучение данных</vt:lpstr>
      <vt:lpstr>2. Периодизация истории языка: выбор таргета</vt:lpstr>
      <vt:lpstr>3. Баланс классов</vt:lpstr>
      <vt:lpstr>4. Препроцессинг</vt:lpstr>
      <vt:lpstr>Препроцессинг: лемматизация, грамматические признаки?</vt:lpstr>
      <vt:lpstr>5. 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Поиск признаков для обучения моделей</vt:lpstr>
      <vt:lpstr>Отбор признаков для обучения моделей</vt:lpstr>
      <vt:lpstr>Обучение классических моделей</vt:lpstr>
      <vt:lpstr>Метрики</vt:lpstr>
      <vt:lpstr>Метрики</vt:lpstr>
      <vt:lpstr>Обучение нейронной сети</vt:lpstr>
      <vt:lpstr>Метрики</vt:lpstr>
      <vt:lpstr>Инструменты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Балакирева Полина</dc:creator>
  <cp:lastModifiedBy>Балакирева Полина</cp:lastModifiedBy>
  <cp:revision>511</cp:revision>
  <dcterms:created xsi:type="dcterms:W3CDTF">2026-01-31T22:07:51Z</dcterms:created>
  <dcterms:modified xsi:type="dcterms:W3CDTF">2026-07-17T23:22:38Z</dcterms:modified>
</cp:coreProperties>
</file>